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8" r:id="rId9"/>
    <p:sldId id="263" r:id="rId10"/>
    <p:sldId id="269" r:id="rId11"/>
    <p:sldId id="264" r:id="rId12"/>
    <p:sldId id="267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TYS" id="{FBE5B647-2CD3-4005-BF60-3BFF72E970F6}">
          <p14:sldIdLst>
            <p14:sldId id="256"/>
            <p14:sldId id="258"/>
            <p14:sldId id="257"/>
            <p14:sldId id="259"/>
            <p14:sldId id="260"/>
            <p14:sldId id="261"/>
            <p14:sldId id="262"/>
            <p14:sldId id="268"/>
            <p14:sldId id="263"/>
            <p14:sldId id="269"/>
            <p14:sldId id="264"/>
            <p14:sldId id="267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E14718-A436-4490-80D3-96300F530F6F}" v="310" dt="2025-12-14T16:49:04.2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18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ương Hải Long" userId="88d8356ec6a0a284" providerId="LiveId" clId="{F81F467C-0BCA-468D-9D39-07AF51B82412}"/>
    <pc:docChg chg="undo custSel addSld delSld modSld sldOrd modMainMaster modSection">
      <pc:chgData name="Lương Hải Long" userId="88d8356ec6a0a284" providerId="LiveId" clId="{F81F467C-0BCA-468D-9D39-07AF51B82412}" dt="2025-12-14T16:49:04.273" v="1602" actId="1076"/>
      <pc:docMkLst>
        <pc:docMk/>
      </pc:docMkLst>
      <pc:sldChg chg="addSp delSp modSp mod">
        <pc:chgData name="Lương Hải Long" userId="88d8356ec6a0a284" providerId="LiveId" clId="{F81F467C-0BCA-468D-9D39-07AF51B82412}" dt="2025-12-14T16:44:39.884" v="1563" actId="1076"/>
        <pc:sldMkLst>
          <pc:docMk/>
          <pc:sldMk cId="3207851031" sldId="256"/>
        </pc:sldMkLst>
        <pc:spChg chg="add mod">
          <ac:chgData name="Lương Hải Long" userId="88d8356ec6a0a284" providerId="LiveId" clId="{F81F467C-0BCA-468D-9D39-07AF51B82412}" dt="2025-12-14T15:13:16.672" v="68"/>
          <ac:spMkLst>
            <pc:docMk/>
            <pc:sldMk cId="3207851031" sldId="256"/>
            <ac:spMk id="2" creationId="{09A0C2DC-615A-1A71-285D-DE979E36706D}"/>
          </ac:spMkLst>
        </pc:spChg>
        <pc:spChg chg="mod">
          <ac:chgData name="Lương Hải Long" userId="88d8356ec6a0a284" providerId="LiveId" clId="{F81F467C-0BCA-468D-9D39-07AF51B82412}" dt="2025-12-14T15:11:36.501" v="45" actId="20577"/>
          <ac:spMkLst>
            <pc:docMk/>
            <pc:sldMk cId="3207851031" sldId="256"/>
            <ac:spMk id="6" creationId="{31B5D5B0-2AC5-EBE0-7980-0F0C0D983443}"/>
          </ac:spMkLst>
        </pc:spChg>
        <pc:spChg chg="mod">
          <ac:chgData name="Lương Hải Long" userId="88d8356ec6a0a284" providerId="LiveId" clId="{F81F467C-0BCA-468D-9D39-07AF51B82412}" dt="2025-12-14T15:12:24.088" v="56" actId="14100"/>
          <ac:spMkLst>
            <pc:docMk/>
            <pc:sldMk cId="3207851031" sldId="256"/>
            <ac:spMk id="9" creationId="{6CAD2512-0855-D4FB-3A26-27A9440981AD}"/>
          </ac:spMkLst>
        </pc:spChg>
        <pc:spChg chg="mod">
          <ac:chgData name="Lương Hải Long" userId="88d8356ec6a0a284" providerId="LiveId" clId="{F81F467C-0BCA-468D-9D39-07AF51B82412}" dt="2025-12-14T15:12:33.606" v="58" actId="14100"/>
          <ac:spMkLst>
            <pc:docMk/>
            <pc:sldMk cId="3207851031" sldId="256"/>
            <ac:spMk id="13" creationId="{F351E1DF-0534-3B11-8FF0-C52BC3162D44}"/>
          </ac:spMkLst>
        </pc:spChg>
        <pc:spChg chg="del">
          <ac:chgData name="Lương Hải Long" userId="88d8356ec6a0a284" providerId="LiveId" clId="{F81F467C-0BCA-468D-9D39-07AF51B82412}" dt="2025-12-14T15:12:03.151" v="50" actId="478"/>
          <ac:spMkLst>
            <pc:docMk/>
            <pc:sldMk cId="3207851031" sldId="256"/>
            <ac:spMk id="15" creationId="{54FC06E8-8902-A261-4020-CE14A2C9B794}"/>
          </ac:spMkLst>
        </pc:spChg>
        <pc:picChg chg="add mod">
          <ac:chgData name="Lương Hải Long" userId="88d8356ec6a0a284" providerId="LiveId" clId="{F81F467C-0BCA-468D-9D39-07AF51B82412}" dt="2025-12-14T16:44:39.884" v="1563" actId="1076"/>
          <ac:picMkLst>
            <pc:docMk/>
            <pc:sldMk cId="3207851031" sldId="256"/>
            <ac:picMk id="3" creationId="{6E93FDAB-4E0B-2F8D-0A22-74DFE2AC097D}"/>
          </ac:picMkLst>
        </pc:picChg>
        <pc:picChg chg="add mod">
          <ac:chgData name="Lương Hải Long" userId="88d8356ec6a0a284" providerId="LiveId" clId="{F81F467C-0BCA-468D-9D39-07AF51B82412}" dt="2025-12-14T16:44:39.884" v="1563" actId="1076"/>
          <ac:picMkLst>
            <pc:docMk/>
            <pc:sldMk cId="3207851031" sldId="256"/>
            <ac:picMk id="4" creationId="{4BC906E0-8760-7364-91B4-51241B7872FD}"/>
          </ac:picMkLst>
        </pc:picChg>
      </pc:sldChg>
      <pc:sldChg chg="addSp delSp modSp mod">
        <pc:chgData name="Lương Hải Long" userId="88d8356ec6a0a284" providerId="LiveId" clId="{F81F467C-0BCA-468D-9D39-07AF51B82412}" dt="2025-12-14T16:24:39.425" v="1424" actId="1076"/>
        <pc:sldMkLst>
          <pc:docMk/>
          <pc:sldMk cId="4216671501" sldId="257"/>
        </pc:sldMkLst>
        <pc:spChg chg="mod">
          <ac:chgData name="Lương Hải Long" userId="88d8356ec6a0a284" providerId="LiveId" clId="{F81F467C-0BCA-468D-9D39-07AF51B82412}" dt="2025-12-14T15:20:25.735" v="99"/>
          <ac:spMkLst>
            <pc:docMk/>
            <pc:sldMk cId="4216671501" sldId="257"/>
            <ac:spMk id="2" creationId="{FA988604-348A-0C12-15E7-4FAF2507C66A}"/>
          </ac:spMkLst>
        </pc:spChg>
        <pc:spChg chg="del">
          <ac:chgData name="Lương Hải Long" userId="88d8356ec6a0a284" providerId="LiveId" clId="{F81F467C-0BCA-468D-9D39-07AF51B82412}" dt="2025-12-14T15:20:28.374" v="100" actId="478"/>
          <ac:spMkLst>
            <pc:docMk/>
            <pc:sldMk cId="4216671501" sldId="257"/>
            <ac:spMk id="3" creationId="{5B90EAD8-813C-26EA-3DB9-3499FB130729}"/>
          </ac:spMkLst>
        </pc:spChg>
        <pc:spChg chg="add del mod">
          <ac:chgData name="Lương Hải Long" userId="88d8356ec6a0a284" providerId="LiveId" clId="{F81F467C-0BCA-468D-9D39-07AF51B82412}" dt="2025-12-14T15:20:31.784" v="102" actId="478"/>
          <ac:spMkLst>
            <pc:docMk/>
            <pc:sldMk cId="4216671501" sldId="257"/>
            <ac:spMk id="5" creationId="{46B85436-2287-009A-E189-2E7DC7AA02FD}"/>
          </ac:spMkLst>
        </pc:spChg>
        <pc:spChg chg="del">
          <ac:chgData name="Lương Hải Long" userId="88d8356ec6a0a284" providerId="LiveId" clId="{F81F467C-0BCA-468D-9D39-07AF51B82412}" dt="2025-12-14T15:20:33.491" v="104" actId="478"/>
          <ac:spMkLst>
            <pc:docMk/>
            <pc:sldMk cId="4216671501" sldId="257"/>
            <ac:spMk id="11" creationId="{B97AB65B-E459-5A02-178D-446B4796F305}"/>
          </ac:spMkLst>
        </pc:spChg>
        <pc:spChg chg="del">
          <ac:chgData name="Lương Hải Long" userId="88d8356ec6a0a284" providerId="LiveId" clId="{F81F467C-0BCA-468D-9D39-07AF51B82412}" dt="2025-12-14T15:20:34.386" v="105" actId="478"/>
          <ac:spMkLst>
            <pc:docMk/>
            <pc:sldMk cId="4216671501" sldId="257"/>
            <ac:spMk id="14" creationId="{92414C2D-1253-B1C7-677E-7B7CC6F1A098}"/>
          </ac:spMkLst>
        </pc:spChg>
        <pc:spChg chg="add del mod">
          <ac:chgData name="Lương Hải Long" userId="88d8356ec6a0a284" providerId="LiveId" clId="{F81F467C-0BCA-468D-9D39-07AF51B82412}" dt="2025-12-14T16:13:17.460" v="1285" actId="478"/>
          <ac:spMkLst>
            <pc:docMk/>
            <pc:sldMk cId="4216671501" sldId="257"/>
            <ac:spMk id="22" creationId="{0821DF0A-683A-E925-89BA-02B6F2721BCC}"/>
          </ac:spMkLst>
        </pc:spChg>
        <pc:spChg chg="add mod">
          <ac:chgData name="Lương Hải Long" userId="88d8356ec6a0a284" providerId="LiveId" clId="{F81F467C-0BCA-468D-9D39-07AF51B82412}" dt="2025-12-14T15:37:27.247" v="295" actId="1076"/>
          <ac:spMkLst>
            <pc:docMk/>
            <pc:sldMk cId="4216671501" sldId="257"/>
            <ac:spMk id="23" creationId="{BA343ED8-4EDB-E7C8-508D-FAB70C3A73BE}"/>
          </ac:spMkLst>
        </pc:spChg>
        <pc:spChg chg="add">
          <ac:chgData name="Lương Hải Long" userId="88d8356ec6a0a284" providerId="LiveId" clId="{F81F467C-0BCA-468D-9D39-07AF51B82412}" dt="2025-12-14T15:36:10.692" v="261"/>
          <ac:spMkLst>
            <pc:docMk/>
            <pc:sldMk cId="4216671501" sldId="257"/>
            <ac:spMk id="24" creationId="{4E59333F-6015-261A-A859-BE746C4A3B73}"/>
          </ac:spMkLst>
        </pc:spChg>
        <pc:spChg chg="add mod">
          <ac:chgData name="Lương Hải Long" userId="88d8356ec6a0a284" providerId="LiveId" clId="{F81F467C-0BCA-468D-9D39-07AF51B82412}" dt="2025-12-14T15:36:12.772" v="263"/>
          <ac:spMkLst>
            <pc:docMk/>
            <pc:sldMk cId="4216671501" sldId="257"/>
            <ac:spMk id="25" creationId="{3037EE45-96E9-EF2E-F003-301DB8CEF762}"/>
          </ac:spMkLst>
        </pc:spChg>
        <pc:spChg chg="add">
          <ac:chgData name="Lương Hải Long" userId="88d8356ec6a0a284" providerId="LiveId" clId="{F81F467C-0BCA-468D-9D39-07AF51B82412}" dt="2025-12-14T15:36:15.321" v="264"/>
          <ac:spMkLst>
            <pc:docMk/>
            <pc:sldMk cId="4216671501" sldId="257"/>
            <ac:spMk id="26" creationId="{9C66DF45-A7C6-3233-AE72-2193518BE6BB}"/>
          </ac:spMkLst>
        </pc:spChg>
        <pc:spChg chg="add del mod">
          <ac:chgData name="Lương Hải Long" userId="88d8356ec6a0a284" providerId="LiveId" clId="{F81F467C-0BCA-468D-9D39-07AF51B82412}" dt="2025-12-14T16:06:54.434" v="917"/>
          <ac:spMkLst>
            <pc:docMk/>
            <pc:sldMk cId="4216671501" sldId="257"/>
            <ac:spMk id="27" creationId="{4FB10661-6171-8C28-6D7E-099D7160F844}"/>
          </ac:spMkLst>
        </pc:spChg>
        <pc:spChg chg="add del">
          <ac:chgData name="Lương Hải Long" userId="88d8356ec6a0a284" providerId="LiveId" clId="{F81F467C-0BCA-468D-9D39-07AF51B82412}" dt="2025-12-14T15:36:21.173" v="267" actId="22"/>
          <ac:spMkLst>
            <pc:docMk/>
            <pc:sldMk cId="4216671501" sldId="257"/>
            <ac:spMk id="29" creationId="{A053E8FE-3A1C-418B-0CBE-6774C1F11FEA}"/>
          </ac:spMkLst>
        </pc:spChg>
        <pc:spChg chg="add mod">
          <ac:chgData name="Lương Hải Long" userId="88d8356ec6a0a284" providerId="LiveId" clId="{F81F467C-0BCA-468D-9D39-07AF51B82412}" dt="2025-12-14T15:36:34.556" v="274"/>
          <ac:spMkLst>
            <pc:docMk/>
            <pc:sldMk cId="4216671501" sldId="257"/>
            <ac:spMk id="30" creationId="{EBAA0B6F-AF57-0BA7-53B7-2B8FDECC58D9}"/>
          </ac:spMkLst>
        </pc:spChg>
        <pc:spChg chg="add mod">
          <ac:chgData name="Lương Hải Long" userId="88d8356ec6a0a284" providerId="LiveId" clId="{F81F467C-0BCA-468D-9D39-07AF51B82412}" dt="2025-12-14T15:36:41.663" v="278"/>
          <ac:spMkLst>
            <pc:docMk/>
            <pc:sldMk cId="4216671501" sldId="257"/>
            <ac:spMk id="31" creationId="{50E2C6E8-8F5C-CAD7-1C7E-5D9C81DC36A5}"/>
          </ac:spMkLst>
        </pc:spChg>
        <pc:spChg chg="add mod">
          <ac:chgData name="Lương Hải Long" userId="88d8356ec6a0a284" providerId="LiveId" clId="{F81F467C-0BCA-468D-9D39-07AF51B82412}" dt="2025-12-14T15:36:46.077" v="280"/>
          <ac:spMkLst>
            <pc:docMk/>
            <pc:sldMk cId="4216671501" sldId="257"/>
            <ac:spMk id="32" creationId="{7E3A1114-4C08-9C4E-8AB9-ED47E4C1EF48}"/>
          </ac:spMkLst>
        </pc:spChg>
        <pc:spChg chg="add mod">
          <ac:chgData name="Lương Hải Long" userId="88d8356ec6a0a284" providerId="LiveId" clId="{F81F467C-0BCA-468D-9D39-07AF51B82412}" dt="2025-12-14T15:36:47.443" v="282"/>
          <ac:spMkLst>
            <pc:docMk/>
            <pc:sldMk cId="4216671501" sldId="257"/>
            <ac:spMk id="33" creationId="{2A3B6925-066C-A15A-90E6-E69A67DABBA3}"/>
          </ac:spMkLst>
        </pc:spChg>
        <pc:picChg chg="add del mod">
          <ac:chgData name="Lương Hải Long" userId="88d8356ec6a0a284" providerId="LiveId" clId="{F81F467C-0BCA-468D-9D39-07AF51B82412}" dt="2025-12-14T15:28:35.803" v="113" actId="478"/>
          <ac:picMkLst>
            <pc:docMk/>
            <pc:sldMk cId="4216671501" sldId="257"/>
            <ac:picMk id="7" creationId="{BA752959-ED32-11FD-F695-DF6F6C38DAF5}"/>
          </ac:picMkLst>
        </pc:picChg>
        <pc:picChg chg="del">
          <ac:chgData name="Lương Hải Long" userId="88d8356ec6a0a284" providerId="LiveId" clId="{F81F467C-0BCA-468D-9D39-07AF51B82412}" dt="2025-12-14T15:20:30.876" v="101" actId="478"/>
          <ac:picMkLst>
            <pc:docMk/>
            <pc:sldMk cId="4216671501" sldId="257"/>
            <ac:picMk id="9" creationId="{49801DFC-BFF1-5337-B3BF-23E53950B8EA}"/>
          </ac:picMkLst>
        </pc:picChg>
        <pc:picChg chg="add del mod">
          <ac:chgData name="Lương Hải Long" userId="88d8356ec6a0a284" providerId="LiveId" clId="{F81F467C-0BCA-468D-9D39-07AF51B82412}" dt="2025-12-14T15:30:25.318" v="119" actId="478"/>
          <ac:picMkLst>
            <pc:docMk/>
            <pc:sldMk cId="4216671501" sldId="257"/>
            <ac:picMk id="10" creationId="{4985390D-7B10-0B43-2A83-7D857BD3E9D2}"/>
          </ac:picMkLst>
        </pc:picChg>
        <pc:picChg chg="del">
          <ac:chgData name="Lương Hải Long" userId="88d8356ec6a0a284" providerId="LiveId" clId="{F81F467C-0BCA-468D-9D39-07AF51B82412}" dt="2025-12-14T15:20:32.231" v="103" actId="478"/>
          <ac:picMkLst>
            <pc:docMk/>
            <pc:sldMk cId="4216671501" sldId="257"/>
            <ac:picMk id="13" creationId="{5BC70930-2A8A-1EC8-B864-7084345FC09A}"/>
          </ac:picMkLst>
        </pc:picChg>
        <pc:picChg chg="add del mod">
          <ac:chgData name="Lương Hải Long" userId="88d8356ec6a0a284" providerId="LiveId" clId="{F81F467C-0BCA-468D-9D39-07AF51B82412}" dt="2025-12-14T15:30:43.213" v="123" actId="478"/>
          <ac:picMkLst>
            <pc:docMk/>
            <pc:sldMk cId="4216671501" sldId="257"/>
            <ac:picMk id="15" creationId="{58A8D6F4-9D5D-3CC2-F1D9-64D71AFC66A2}"/>
          </ac:picMkLst>
        </pc:picChg>
        <pc:picChg chg="add del mod">
          <ac:chgData name="Lương Hải Long" userId="88d8356ec6a0a284" providerId="LiveId" clId="{F81F467C-0BCA-468D-9D39-07AF51B82412}" dt="2025-12-14T15:32:54.305" v="143" actId="478"/>
          <ac:picMkLst>
            <pc:docMk/>
            <pc:sldMk cId="4216671501" sldId="257"/>
            <ac:picMk id="17" creationId="{6302B4CD-0FA0-DCD5-8FF2-A26CA25E99AC}"/>
          </ac:picMkLst>
        </pc:picChg>
        <pc:picChg chg="add del mod">
          <ac:chgData name="Lương Hải Long" userId="88d8356ec6a0a284" providerId="LiveId" clId="{F81F467C-0BCA-468D-9D39-07AF51B82412}" dt="2025-12-14T15:34:56.123" v="206" actId="478"/>
          <ac:picMkLst>
            <pc:docMk/>
            <pc:sldMk cId="4216671501" sldId="257"/>
            <ac:picMk id="19" creationId="{10A98CA5-ABA7-DB81-28DD-7D687D93C09B}"/>
          </ac:picMkLst>
        </pc:picChg>
        <pc:picChg chg="add del mod">
          <ac:chgData name="Lương Hải Long" userId="88d8356ec6a0a284" providerId="LiveId" clId="{F81F467C-0BCA-468D-9D39-07AF51B82412}" dt="2025-12-14T16:13:06.923" v="1278" actId="478"/>
          <ac:picMkLst>
            <pc:docMk/>
            <pc:sldMk cId="4216671501" sldId="257"/>
            <ac:picMk id="21" creationId="{12D059AA-B036-72A6-657E-B5894F7E91B9}"/>
          </ac:picMkLst>
        </pc:picChg>
        <pc:picChg chg="add mod">
          <ac:chgData name="Lương Hải Long" userId="88d8356ec6a0a284" providerId="LiveId" clId="{F81F467C-0BCA-468D-9D39-07AF51B82412}" dt="2025-12-14T16:13:20.631" v="1286" actId="14100"/>
          <ac:picMkLst>
            <pc:docMk/>
            <pc:sldMk cId="4216671501" sldId="257"/>
            <ac:picMk id="35" creationId="{D01723FD-1319-A082-C8D7-10505A7A8585}"/>
          </ac:picMkLst>
        </pc:picChg>
        <pc:picChg chg="add mod">
          <ac:chgData name="Lương Hải Long" userId="88d8356ec6a0a284" providerId="LiveId" clId="{F81F467C-0BCA-468D-9D39-07AF51B82412}" dt="2025-12-14T16:13:58.112" v="1293" actId="14100"/>
          <ac:picMkLst>
            <pc:docMk/>
            <pc:sldMk cId="4216671501" sldId="257"/>
            <ac:picMk id="37" creationId="{061C3741-E962-A5ED-98EA-F63838EC4374}"/>
          </ac:picMkLst>
        </pc:picChg>
        <pc:picChg chg="add mod">
          <ac:chgData name="Lương Hải Long" userId="88d8356ec6a0a284" providerId="LiveId" clId="{F81F467C-0BCA-468D-9D39-07AF51B82412}" dt="2025-12-14T16:24:10.601" v="1419"/>
          <ac:picMkLst>
            <pc:docMk/>
            <pc:sldMk cId="4216671501" sldId="257"/>
            <ac:picMk id="39" creationId="{5746B151-A51C-4CFC-5E14-EE14107F3B6F}"/>
          </ac:picMkLst>
        </pc:picChg>
        <pc:picChg chg="add mod">
          <ac:chgData name="Lương Hải Long" userId="88d8356ec6a0a284" providerId="LiveId" clId="{F81F467C-0BCA-468D-9D39-07AF51B82412}" dt="2025-12-14T16:24:39.425" v="1424" actId="1076"/>
          <ac:picMkLst>
            <pc:docMk/>
            <pc:sldMk cId="4216671501" sldId="257"/>
            <ac:picMk id="41" creationId="{89AD8B83-D502-F79F-4C25-B789A9FE9256}"/>
          </ac:picMkLst>
        </pc:picChg>
      </pc:sldChg>
      <pc:sldChg chg="addSp delSp modSp mod">
        <pc:chgData name="Lương Hải Long" userId="88d8356ec6a0a284" providerId="LiveId" clId="{F81F467C-0BCA-468D-9D39-07AF51B82412}" dt="2025-12-14T16:49:04.273" v="1602" actId="1076"/>
        <pc:sldMkLst>
          <pc:docMk/>
          <pc:sldMk cId="3157074384" sldId="258"/>
        </pc:sldMkLst>
        <pc:spChg chg="mod">
          <ac:chgData name="Lương Hải Long" userId="88d8356ec6a0a284" providerId="LiveId" clId="{F81F467C-0BCA-468D-9D39-07AF51B82412}" dt="2025-12-14T16:10:01.198" v="1272" actId="26606"/>
          <ac:spMkLst>
            <pc:docMk/>
            <pc:sldMk cId="3157074384" sldId="258"/>
            <ac:spMk id="2" creationId="{E092DA69-8DD8-9BE7-09EA-4F29439BF96C}"/>
          </ac:spMkLst>
        </pc:spChg>
        <pc:spChg chg="add del mod">
          <ac:chgData name="Lương Hải Long" userId="88d8356ec6a0a284" providerId="LiveId" clId="{F81F467C-0BCA-468D-9D39-07AF51B82412}" dt="2025-12-14T16:45:10.339" v="1570" actId="20577"/>
          <ac:spMkLst>
            <pc:docMk/>
            <pc:sldMk cId="3157074384" sldId="258"/>
            <ac:spMk id="3" creationId="{43A5CBEC-F220-33CC-047E-6DBC60E68BDF}"/>
          </ac:spMkLst>
        </pc:spChg>
        <pc:spChg chg="add">
          <ac:chgData name="Lương Hải Long" userId="88d8356ec6a0a284" providerId="LiveId" clId="{F81F467C-0BCA-468D-9D39-07AF51B82412}" dt="2025-12-14T15:13:34.680" v="70"/>
          <ac:spMkLst>
            <pc:docMk/>
            <pc:sldMk cId="3157074384" sldId="258"/>
            <ac:spMk id="4" creationId="{86B743F2-EA0C-4B3A-5DAD-53E359A2C7C0}"/>
          </ac:spMkLst>
        </pc:spChg>
        <pc:spChg chg="add mod">
          <ac:chgData name="Lương Hải Long" userId="88d8356ec6a0a284" providerId="LiveId" clId="{F81F467C-0BCA-468D-9D39-07AF51B82412}" dt="2025-12-14T15:13:40.737" v="74"/>
          <ac:spMkLst>
            <pc:docMk/>
            <pc:sldMk cId="3157074384" sldId="258"/>
            <ac:spMk id="5" creationId="{CC3E2625-A019-D0BB-B3A2-2A36B2FCED75}"/>
          </ac:spMkLst>
        </pc:spChg>
        <pc:spChg chg="add mod">
          <ac:chgData name="Lương Hải Long" userId="88d8356ec6a0a284" providerId="LiveId" clId="{F81F467C-0BCA-468D-9D39-07AF51B82412}" dt="2025-12-14T15:13:51.487" v="79"/>
          <ac:spMkLst>
            <pc:docMk/>
            <pc:sldMk cId="3157074384" sldId="258"/>
            <ac:spMk id="6" creationId="{8D87772C-382C-6DB2-9B7F-3C8BF92D35EC}"/>
          </ac:spMkLst>
        </pc:spChg>
        <pc:spChg chg="add mod">
          <ac:chgData name="Lương Hải Long" userId="88d8356ec6a0a284" providerId="LiveId" clId="{F81F467C-0BCA-468D-9D39-07AF51B82412}" dt="2025-12-14T15:14:03.242" v="81"/>
          <ac:spMkLst>
            <pc:docMk/>
            <pc:sldMk cId="3157074384" sldId="258"/>
            <ac:spMk id="7" creationId="{836B3F4C-E8BD-BDD1-2DB8-E2A993E4F47B}"/>
          </ac:spMkLst>
        </pc:spChg>
        <pc:spChg chg="add mod">
          <ac:chgData name="Lương Hải Long" userId="88d8356ec6a0a284" providerId="LiveId" clId="{F81F467C-0BCA-468D-9D39-07AF51B82412}" dt="2025-12-14T15:14:06.232" v="83"/>
          <ac:spMkLst>
            <pc:docMk/>
            <pc:sldMk cId="3157074384" sldId="258"/>
            <ac:spMk id="8" creationId="{36404C2C-7A00-C797-E8B2-8C1D3D4E0ED9}"/>
          </ac:spMkLst>
        </pc:spChg>
        <pc:spChg chg="add">
          <ac:chgData name="Lương Hải Long" userId="88d8356ec6a0a284" providerId="LiveId" clId="{F81F467C-0BCA-468D-9D39-07AF51B82412}" dt="2025-12-14T15:14:11.624" v="86"/>
          <ac:spMkLst>
            <pc:docMk/>
            <pc:sldMk cId="3157074384" sldId="258"/>
            <ac:spMk id="10" creationId="{7C32FAE5-D7DD-C330-55DB-2A02C81511DA}"/>
          </ac:spMkLst>
        </pc:spChg>
        <pc:picChg chg="mod">
          <ac:chgData name="Lương Hải Long" userId="88d8356ec6a0a284" providerId="LiveId" clId="{F81F467C-0BCA-468D-9D39-07AF51B82412}" dt="2025-12-14T16:46:47.163" v="1592" actId="1076"/>
          <ac:picMkLst>
            <pc:docMk/>
            <pc:sldMk cId="3157074384" sldId="258"/>
            <ac:picMk id="9" creationId="{D688DC66-8100-2902-0BFE-5D84091D3282}"/>
          </ac:picMkLst>
        </pc:picChg>
        <pc:picChg chg="add del mod">
          <ac:chgData name="Lương Hải Long" userId="88d8356ec6a0a284" providerId="LiveId" clId="{F81F467C-0BCA-468D-9D39-07AF51B82412}" dt="2025-12-14T16:42:01.931" v="1524" actId="478"/>
          <ac:picMkLst>
            <pc:docMk/>
            <pc:sldMk cId="3157074384" sldId="258"/>
            <ac:picMk id="11" creationId="{6A6E78D5-1F10-6A88-2ACC-0F4EA2C2BAE4}"/>
          </ac:picMkLst>
        </pc:picChg>
        <pc:picChg chg="add del mod">
          <ac:chgData name="Lương Hải Long" userId="88d8356ec6a0a284" providerId="LiveId" clId="{F81F467C-0BCA-468D-9D39-07AF51B82412}" dt="2025-12-14T16:44:36.285" v="1561" actId="21"/>
          <ac:picMkLst>
            <pc:docMk/>
            <pc:sldMk cId="3157074384" sldId="258"/>
            <ac:picMk id="13" creationId="{6E93FDAB-4E0B-2F8D-0A22-74DFE2AC097D}"/>
          </ac:picMkLst>
        </pc:picChg>
        <pc:picChg chg="add del mod">
          <ac:chgData name="Lương Hải Long" userId="88d8356ec6a0a284" providerId="LiveId" clId="{F81F467C-0BCA-468D-9D39-07AF51B82412}" dt="2025-12-14T16:44:36.285" v="1561" actId="21"/>
          <ac:picMkLst>
            <pc:docMk/>
            <pc:sldMk cId="3157074384" sldId="258"/>
            <ac:picMk id="15" creationId="{4BC906E0-8760-7364-91B4-51241B7872FD}"/>
          </ac:picMkLst>
        </pc:picChg>
        <pc:picChg chg="add mod">
          <ac:chgData name="Lương Hải Long" userId="88d8356ec6a0a284" providerId="LiveId" clId="{F81F467C-0BCA-468D-9D39-07AF51B82412}" dt="2025-12-14T16:46:53.523" v="1595" actId="1076"/>
          <ac:picMkLst>
            <pc:docMk/>
            <pc:sldMk cId="3157074384" sldId="258"/>
            <ac:picMk id="16" creationId="{23EA2E4F-41FB-E9DA-050B-8818B3017764}"/>
          </ac:picMkLst>
        </pc:picChg>
        <pc:picChg chg="add mod">
          <ac:chgData name="Lương Hải Long" userId="88d8356ec6a0a284" providerId="LiveId" clId="{F81F467C-0BCA-468D-9D39-07AF51B82412}" dt="2025-12-14T16:46:54.778" v="1596" actId="1076"/>
          <ac:picMkLst>
            <pc:docMk/>
            <pc:sldMk cId="3157074384" sldId="258"/>
            <ac:picMk id="17" creationId="{8A900251-9884-7190-0476-1EB0850FBE9C}"/>
          </ac:picMkLst>
        </pc:picChg>
        <pc:picChg chg="add mod">
          <ac:chgData name="Lương Hải Long" userId="88d8356ec6a0a284" providerId="LiveId" clId="{F81F467C-0BCA-468D-9D39-07AF51B82412}" dt="2025-12-14T16:47:01.635" v="1599" actId="1076"/>
          <ac:picMkLst>
            <pc:docMk/>
            <pc:sldMk cId="3157074384" sldId="258"/>
            <ac:picMk id="19" creationId="{175DB532-3DF1-0798-E8AB-B1F5BB289C77}"/>
          </ac:picMkLst>
        </pc:picChg>
        <pc:picChg chg="add mod">
          <ac:chgData name="Lương Hải Long" userId="88d8356ec6a0a284" providerId="LiveId" clId="{F81F467C-0BCA-468D-9D39-07AF51B82412}" dt="2025-12-14T16:46:59.158" v="1598" actId="1076"/>
          <ac:picMkLst>
            <pc:docMk/>
            <pc:sldMk cId="3157074384" sldId="258"/>
            <ac:picMk id="21" creationId="{0911665D-EEDC-0AB8-DD6D-0970D7D81560}"/>
          </ac:picMkLst>
        </pc:picChg>
        <pc:picChg chg="add mod">
          <ac:chgData name="Lương Hải Long" userId="88d8356ec6a0a284" providerId="LiveId" clId="{F81F467C-0BCA-468D-9D39-07AF51B82412}" dt="2025-12-14T16:47:05.730" v="1601" actId="1076"/>
          <ac:picMkLst>
            <pc:docMk/>
            <pc:sldMk cId="3157074384" sldId="258"/>
            <ac:picMk id="23" creationId="{D6964173-9040-7FEF-BA96-B09BF2327864}"/>
          </ac:picMkLst>
        </pc:picChg>
        <pc:picChg chg="add mod">
          <ac:chgData name="Lương Hải Long" userId="88d8356ec6a0a284" providerId="LiveId" clId="{F81F467C-0BCA-468D-9D39-07AF51B82412}" dt="2025-12-14T16:49:04.273" v="1602" actId="1076"/>
          <ac:picMkLst>
            <pc:docMk/>
            <pc:sldMk cId="3157074384" sldId="258"/>
            <ac:picMk id="1032" creationId="{47DDE99D-746C-07D3-901A-CAF89E474701}"/>
          </ac:picMkLst>
        </pc:picChg>
      </pc:sldChg>
      <pc:sldChg chg="addSp delSp modSp del mod">
        <pc:chgData name="Lương Hải Long" userId="88d8356ec6a0a284" providerId="LiveId" clId="{F81F467C-0BCA-468D-9D39-07AF51B82412}" dt="2025-12-14T15:39:31.542" v="305" actId="47"/>
        <pc:sldMkLst>
          <pc:docMk/>
          <pc:sldMk cId="186494358" sldId="259"/>
        </pc:sldMkLst>
        <pc:spChg chg="mod">
          <ac:chgData name="Lương Hải Long" userId="88d8356ec6a0a284" providerId="LiveId" clId="{F81F467C-0BCA-468D-9D39-07AF51B82412}" dt="2025-12-14T15:39:12.149" v="296"/>
          <ac:spMkLst>
            <pc:docMk/>
            <pc:sldMk cId="186494358" sldId="259"/>
            <ac:spMk id="2" creationId="{7A57033B-327A-E14C-A5B1-B7BD6B3ACE76}"/>
          </ac:spMkLst>
        </pc:spChg>
        <pc:spChg chg="add mod">
          <ac:chgData name="Lương Hải Long" userId="88d8356ec6a0a284" providerId="LiveId" clId="{F81F467C-0BCA-468D-9D39-07AF51B82412}" dt="2025-12-14T15:39:23.393" v="301" actId="767"/>
          <ac:spMkLst>
            <pc:docMk/>
            <pc:sldMk cId="186494358" sldId="259"/>
            <ac:spMk id="3" creationId="{D81F21C4-DD79-87E5-8FFF-263A5176C63F}"/>
          </ac:spMkLst>
        </pc:spChg>
        <pc:spChg chg="add del mod">
          <ac:chgData name="Lương Hải Long" userId="88d8356ec6a0a284" providerId="LiveId" clId="{F81F467C-0BCA-468D-9D39-07AF51B82412}" dt="2025-12-14T15:39:30.865" v="304"/>
          <ac:spMkLst>
            <pc:docMk/>
            <pc:sldMk cId="186494358" sldId="259"/>
            <ac:spMk id="4" creationId="{B305A019-A9AA-B014-152E-7886EA7FF940}"/>
          </ac:spMkLst>
        </pc:spChg>
        <pc:spChg chg="del">
          <ac:chgData name="Lương Hải Long" userId="88d8356ec6a0a284" providerId="LiveId" clId="{F81F467C-0BCA-468D-9D39-07AF51B82412}" dt="2025-12-14T15:39:17.403" v="297" actId="478"/>
          <ac:spMkLst>
            <pc:docMk/>
            <pc:sldMk cId="186494358" sldId="259"/>
            <ac:spMk id="6" creationId="{E48E94B1-498D-27A8-D03D-CC84F5D39052}"/>
          </ac:spMkLst>
        </pc:spChg>
        <pc:spChg chg="del">
          <ac:chgData name="Lương Hải Long" userId="88d8356ec6a0a284" providerId="LiveId" clId="{F81F467C-0BCA-468D-9D39-07AF51B82412}" dt="2025-12-14T15:39:17.403" v="297" actId="478"/>
          <ac:spMkLst>
            <pc:docMk/>
            <pc:sldMk cId="186494358" sldId="259"/>
            <ac:spMk id="9" creationId="{4CD448FC-52AD-A0D1-C6C1-ABDD686B1CD4}"/>
          </ac:spMkLst>
        </pc:spChg>
        <pc:spChg chg="del">
          <ac:chgData name="Lương Hải Long" userId="88d8356ec6a0a284" providerId="LiveId" clId="{F81F467C-0BCA-468D-9D39-07AF51B82412}" dt="2025-12-14T15:39:17.403" v="297" actId="478"/>
          <ac:spMkLst>
            <pc:docMk/>
            <pc:sldMk cId="186494358" sldId="259"/>
            <ac:spMk id="12" creationId="{2B93DD29-CAFE-B2C5-0B7F-00352FEDB673}"/>
          </ac:spMkLst>
        </pc:spChg>
        <pc:picChg chg="del">
          <ac:chgData name="Lương Hải Long" userId="88d8356ec6a0a284" providerId="LiveId" clId="{F81F467C-0BCA-468D-9D39-07AF51B82412}" dt="2025-12-14T15:39:18.517" v="300" actId="478"/>
          <ac:picMkLst>
            <pc:docMk/>
            <pc:sldMk cId="186494358" sldId="259"/>
            <ac:picMk id="5" creationId="{479CB26E-7A91-7F25-BC5D-2922AB0F2A47}"/>
          </ac:picMkLst>
        </pc:picChg>
        <pc:picChg chg="del">
          <ac:chgData name="Lương Hải Long" userId="88d8356ec6a0a284" providerId="LiveId" clId="{F81F467C-0BCA-468D-9D39-07AF51B82412}" dt="2025-12-14T15:39:18.071" v="298" actId="478"/>
          <ac:picMkLst>
            <pc:docMk/>
            <pc:sldMk cId="186494358" sldId="259"/>
            <ac:picMk id="14" creationId="{B35E56CD-038E-8FDF-9E4C-3F98B75F0BC0}"/>
          </ac:picMkLst>
        </pc:picChg>
        <pc:picChg chg="del">
          <ac:chgData name="Lương Hải Long" userId="88d8356ec6a0a284" providerId="LiveId" clId="{F81F467C-0BCA-468D-9D39-07AF51B82412}" dt="2025-12-14T15:39:18.296" v="299" actId="478"/>
          <ac:picMkLst>
            <pc:docMk/>
            <pc:sldMk cId="186494358" sldId="259"/>
            <ac:picMk id="16" creationId="{0CB7573A-FC0B-9020-5CBA-549CE35BEA5A}"/>
          </ac:picMkLst>
        </pc:picChg>
      </pc:sldChg>
      <pc:sldChg chg="addSp delSp modSp new mod">
        <pc:chgData name="Lương Hải Long" userId="88d8356ec6a0a284" providerId="LiveId" clId="{F81F467C-0BCA-468D-9D39-07AF51B82412}" dt="2025-12-14T15:44:00.285" v="599" actId="20577"/>
        <pc:sldMkLst>
          <pc:docMk/>
          <pc:sldMk cId="1483047255" sldId="259"/>
        </pc:sldMkLst>
        <pc:spChg chg="mod">
          <ac:chgData name="Lương Hải Long" userId="88d8356ec6a0a284" providerId="LiveId" clId="{F81F467C-0BCA-468D-9D39-07AF51B82412}" dt="2025-12-14T15:40:10.718" v="448"/>
          <ac:spMkLst>
            <pc:docMk/>
            <pc:sldMk cId="1483047255" sldId="259"/>
            <ac:spMk id="2" creationId="{7B1593DF-1689-AF5A-5C23-57D62638FE82}"/>
          </ac:spMkLst>
        </pc:spChg>
        <pc:spChg chg="add del mod">
          <ac:chgData name="Lương Hải Long" userId="88d8356ec6a0a284" providerId="LiveId" clId="{F81F467C-0BCA-468D-9D39-07AF51B82412}" dt="2025-12-14T15:44:00.285" v="599" actId="20577"/>
          <ac:spMkLst>
            <pc:docMk/>
            <pc:sldMk cId="1483047255" sldId="259"/>
            <ac:spMk id="3" creationId="{5245C0F7-9C49-BEFF-77E7-9CB91BB843F4}"/>
          </ac:spMkLst>
        </pc:spChg>
        <pc:spChg chg="add mod">
          <ac:chgData name="Lương Hải Long" userId="88d8356ec6a0a284" providerId="LiveId" clId="{F81F467C-0BCA-468D-9D39-07AF51B82412}" dt="2025-12-14T15:40:16.951" v="450"/>
          <ac:spMkLst>
            <pc:docMk/>
            <pc:sldMk cId="1483047255" sldId="259"/>
            <ac:spMk id="4" creationId="{6CFCFB08-3E6B-A25C-F19F-3A8B2F2F82D2}"/>
          </ac:spMkLst>
        </pc:spChg>
        <pc:spChg chg="add mod">
          <ac:chgData name="Lương Hải Long" userId="88d8356ec6a0a284" providerId="LiveId" clId="{F81F467C-0BCA-468D-9D39-07AF51B82412}" dt="2025-12-14T15:40:22.641" v="454"/>
          <ac:spMkLst>
            <pc:docMk/>
            <pc:sldMk cId="1483047255" sldId="259"/>
            <ac:spMk id="5" creationId="{1AC03F09-2301-CC5C-8C71-8FC20B2C593C}"/>
          </ac:spMkLst>
        </pc:spChg>
        <pc:spChg chg="add">
          <ac:chgData name="Lương Hải Long" userId="88d8356ec6a0a284" providerId="LiveId" clId="{F81F467C-0BCA-468D-9D39-07AF51B82412}" dt="2025-12-14T15:40:33.790" v="459"/>
          <ac:spMkLst>
            <pc:docMk/>
            <pc:sldMk cId="1483047255" sldId="259"/>
            <ac:spMk id="6" creationId="{02AB0B04-0BFB-03A5-5493-AF9CF3EB96F6}"/>
          </ac:spMkLst>
        </pc:spChg>
        <pc:spChg chg="add">
          <ac:chgData name="Lương Hải Long" userId="88d8356ec6a0a284" providerId="LiveId" clId="{F81F467C-0BCA-468D-9D39-07AF51B82412}" dt="2025-12-14T15:40:36.590" v="460"/>
          <ac:spMkLst>
            <pc:docMk/>
            <pc:sldMk cId="1483047255" sldId="259"/>
            <ac:spMk id="7" creationId="{A392CF90-6941-CBF7-5B9A-87D68A25F752}"/>
          </ac:spMkLst>
        </pc:spChg>
        <pc:spChg chg="add mod">
          <ac:chgData name="Lương Hải Long" userId="88d8356ec6a0a284" providerId="LiveId" clId="{F81F467C-0BCA-468D-9D39-07AF51B82412}" dt="2025-12-14T15:40:39.342" v="462"/>
          <ac:spMkLst>
            <pc:docMk/>
            <pc:sldMk cId="1483047255" sldId="259"/>
            <ac:spMk id="8" creationId="{94BA3448-72E5-ADF5-BD50-8C4DA6159DFF}"/>
          </ac:spMkLst>
        </pc:spChg>
        <pc:spChg chg="add del">
          <ac:chgData name="Lương Hải Long" userId="88d8356ec6a0a284" providerId="LiveId" clId="{F81F467C-0BCA-468D-9D39-07AF51B82412}" dt="2025-12-14T15:40:46.243" v="465" actId="21"/>
          <ac:spMkLst>
            <pc:docMk/>
            <pc:sldMk cId="1483047255" sldId="259"/>
            <ac:spMk id="9" creationId="{32A03BED-0AC1-4BBB-6B3B-4E51D4D4C30A}"/>
          </ac:spMkLst>
        </pc:spChg>
        <pc:spChg chg="add mod">
          <ac:chgData name="Lương Hải Long" userId="88d8356ec6a0a284" providerId="LiveId" clId="{F81F467C-0BCA-468D-9D39-07AF51B82412}" dt="2025-12-14T15:40:46.235" v="464" actId="21"/>
          <ac:spMkLst>
            <pc:docMk/>
            <pc:sldMk cId="1483047255" sldId="259"/>
            <ac:spMk id="10" creationId="{B5DC2976-DBB7-C041-DDF8-F5C0BA0D9B00}"/>
          </ac:spMkLst>
        </pc:spChg>
        <pc:spChg chg="add mod">
          <ac:chgData name="Lương Hải Long" userId="88d8356ec6a0a284" providerId="LiveId" clId="{F81F467C-0BCA-468D-9D39-07AF51B82412}" dt="2025-12-14T15:40:48.808" v="467"/>
          <ac:spMkLst>
            <pc:docMk/>
            <pc:sldMk cId="1483047255" sldId="259"/>
            <ac:spMk id="11" creationId="{5245C0F7-9C49-BEFF-77E7-9CB91BB843F4}"/>
          </ac:spMkLst>
        </pc:spChg>
        <pc:spChg chg="add mod">
          <ac:chgData name="Lương Hải Long" userId="88d8356ec6a0a284" providerId="LiveId" clId="{F81F467C-0BCA-468D-9D39-07AF51B82412}" dt="2025-12-14T15:40:47.856" v="466"/>
          <ac:spMkLst>
            <pc:docMk/>
            <pc:sldMk cId="1483047255" sldId="259"/>
            <ac:spMk id="12" creationId="{32A03BED-0AC1-4BBB-6B3B-4E51D4D4C30A}"/>
          </ac:spMkLst>
        </pc:spChg>
        <pc:spChg chg="add">
          <ac:chgData name="Lương Hải Long" userId="88d8356ec6a0a284" providerId="LiveId" clId="{F81F467C-0BCA-468D-9D39-07AF51B82412}" dt="2025-12-14T15:40:50.893" v="468"/>
          <ac:spMkLst>
            <pc:docMk/>
            <pc:sldMk cId="1483047255" sldId="259"/>
            <ac:spMk id="13" creationId="{7B86E030-23EE-F125-6706-BCEA31BE1944}"/>
          </ac:spMkLst>
        </pc:spChg>
        <pc:spChg chg="add">
          <ac:chgData name="Lương Hải Long" userId="88d8356ec6a0a284" providerId="LiveId" clId="{F81F467C-0BCA-468D-9D39-07AF51B82412}" dt="2025-12-14T15:40:57.104" v="469"/>
          <ac:spMkLst>
            <pc:docMk/>
            <pc:sldMk cId="1483047255" sldId="259"/>
            <ac:spMk id="14" creationId="{39DA437B-C87D-A0BB-553F-FF62CA0B13EB}"/>
          </ac:spMkLst>
        </pc:spChg>
        <pc:spChg chg="add">
          <ac:chgData name="Lương Hải Long" userId="88d8356ec6a0a284" providerId="LiveId" clId="{F81F467C-0BCA-468D-9D39-07AF51B82412}" dt="2025-12-14T15:41:21.733" v="491"/>
          <ac:spMkLst>
            <pc:docMk/>
            <pc:sldMk cId="1483047255" sldId="259"/>
            <ac:spMk id="15" creationId="{D7AB08DD-6E18-2AAB-1D43-EB1E52578898}"/>
          </ac:spMkLst>
        </pc:spChg>
        <pc:spChg chg="add">
          <ac:chgData name="Lương Hải Long" userId="88d8356ec6a0a284" providerId="LiveId" clId="{F81F467C-0BCA-468D-9D39-07AF51B82412}" dt="2025-12-14T15:41:25.712" v="492"/>
          <ac:spMkLst>
            <pc:docMk/>
            <pc:sldMk cId="1483047255" sldId="259"/>
            <ac:spMk id="16" creationId="{EC0E4A4A-27DE-F80E-EBE7-6D6C4DCD4BFA}"/>
          </ac:spMkLst>
        </pc:spChg>
        <pc:spChg chg="add">
          <ac:chgData name="Lương Hải Long" userId="88d8356ec6a0a284" providerId="LiveId" clId="{F81F467C-0BCA-468D-9D39-07AF51B82412}" dt="2025-12-14T15:41:27.366" v="493"/>
          <ac:spMkLst>
            <pc:docMk/>
            <pc:sldMk cId="1483047255" sldId="259"/>
            <ac:spMk id="17" creationId="{97BD1A0F-5E6C-98EC-F93C-8C68D77A9CB0}"/>
          </ac:spMkLst>
        </pc:spChg>
        <pc:spChg chg="add">
          <ac:chgData name="Lương Hải Long" userId="88d8356ec6a0a284" providerId="LiveId" clId="{F81F467C-0BCA-468D-9D39-07AF51B82412}" dt="2025-12-14T15:41:28.619" v="494"/>
          <ac:spMkLst>
            <pc:docMk/>
            <pc:sldMk cId="1483047255" sldId="259"/>
            <ac:spMk id="18" creationId="{8F207D05-D7C2-3360-1F5C-24EC83FEB65E}"/>
          </ac:spMkLst>
        </pc:spChg>
        <pc:spChg chg="add">
          <ac:chgData name="Lương Hải Long" userId="88d8356ec6a0a284" providerId="LiveId" clId="{F81F467C-0BCA-468D-9D39-07AF51B82412}" dt="2025-12-14T15:42:32.372" v="556"/>
          <ac:spMkLst>
            <pc:docMk/>
            <pc:sldMk cId="1483047255" sldId="259"/>
            <ac:spMk id="19" creationId="{946E29AA-18FC-5CB2-1A37-670BA8BECDF8}"/>
          </ac:spMkLst>
        </pc:spChg>
      </pc:sldChg>
      <pc:sldChg chg="del">
        <pc:chgData name="Lương Hải Long" userId="88d8356ec6a0a284" providerId="LiveId" clId="{F81F467C-0BCA-468D-9D39-07AF51B82412}" dt="2025-12-14T15:39:35.132" v="306" actId="47"/>
        <pc:sldMkLst>
          <pc:docMk/>
          <pc:sldMk cId="3019619973" sldId="260"/>
        </pc:sldMkLst>
      </pc:sldChg>
      <pc:sldChg chg="addSp delSp modSp new mod">
        <pc:chgData name="Lương Hải Long" userId="88d8356ec6a0a284" providerId="LiveId" clId="{F81F467C-0BCA-468D-9D39-07AF51B82412}" dt="2025-12-14T16:28:51.656" v="1436" actId="1076"/>
        <pc:sldMkLst>
          <pc:docMk/>
          <pc:sldMk cId="3108673042" sldId="260"/>
        </pc:sldMkLst>
        <pc:spChg chg="mod">
          <ac:chgData name="Lương Hải Long" userId="88d8356ec6a0a284" providerId="LiveId" clId="{F81F467C-0BCA-468D-9D39-07AF51B82412}" dt="2025-12-14T16:28:00.352" v="1430" actId="1076"/>
          <ac:spMkLst>
            <pc:docMk/>
            <pc:sldMk cId="3108673042" sldId="260"/>
            <ac:spMk id="2" creationId="{640C2327-4D7C-E8A5-3D38-ADA8C36D7321}"/>
          </ac:spMkLst>
        </pc:spChg>
        <pc:spChg chg="add del mod">
          <ac:chgData name="Lương Hải Long" userId="88d8356ec6a0a284" providerId="LiveId" clId="{F81F467C-0BCA-468D-9D39-07AF51B82412}" dt="2025-12-14T15:47:00.958" v="641" actId="12"/>
          <ac:spMkLst>
            <pc:docMk/>
            <pc:sldMk cId="3108673042" sldId="260"/>
            <ac:spMk id="3" creationId="{3A023B63-34C5-67FF-03CC-387E08323A08}"/>
          </ac:spMkLst>
        </pc:spChg>
        <pc:spChg chg="add mod">
          <ac:chgData name="Lương Hải Long" userId="88d8356ec6a0a284" providerId="LiveId" clId="{F81F467C-0BCA-468D-9D39-07AF51B82412}" dt="2025-12-14T15:44:07.264" v="603"/>
          <ac:spMkLst>
            <pc:docMk/>
            <pc:sldMk cId="3108673042" sldId="260"/>
            <ac:spMk id="4" creationId="{CAA8BB8B-FB75-E5D3-621E-4E65EE5EB5AD}"/>
          </ac:spMkLst>
        </pc:spChg>
        <pc:spChg chg="add">
          <ac:chgData name="Lương Hải Long" userId="88d8356ec6a0a284" providerId="LiveId" clId="{F81F467C-0BCA-468D-9D39-07AF51B82412}" dt="2025-12-14T15:44:21.465" v="608"/>
          <ac:spMkLst>
            <pc:docMk/>
            <pc:sldMk cId="3108673042" sldId="260"/>
            <ac:spMk id="5" creationId="{CB552138-C7B4-C94B-0FCD-FE2D05B058AA}"/>
          </ac:spMkLst>
        </pc:spChg>
        <pc:spChg chg="add">
          <ac:chgData name="Lương Hải Long" userId="88d8356ec6a0a284" providerId="LiveId" clId="{F81F467C-0BCA-468D-9D39-07AF51B82412}" dt="2025-12-14T15:46:11.204" v="628"/>
          <ac:spMkLst>
            <pc:docMk/>
            <pc:sldMk cId="3108673042" sldId="260"/>
            <ac:spMk id="6" creationId="{7A358C5D-CB37-5457-5701-A1D5FC85070A}"/>
          </ac:spMkLst>
        </pc:spChg>
        <pc:picChg chg="add mod">
          <ac:chgData name="Lương Hải Long" userId="88d8356ec6a0a284" providerId="LiveId" clId="{F81F467C-0BCA-468D-9D39-07AF51B82412}" dt="2025-12-14T16:28:51.656" v="1436" actId="1076"/>
          <ac:picMkLst>
            <pc:docMk/>
            <pc:sldMk cId="3108673042" sldId="260"/>
            <ac:picMk id="8" creationId="{17FF7CD1-D186-7757-6204-52801F5654C7}"/>
          </ac:picMkLst>
        </pc:picChg>
        <pc:picChg chg="add mod">
          <ac:chgData name="Lương Hải Long" userId="88d8356ec6a0a284" providerId="LiveId" clId="{F81F467C-0BCA-468D-9D39-07AF51B82412}" dt="2025-12-14T16:28:49.616" v="1435" actId="1076"/>
          <ac:picMkLst>
            <pc:docMk/>
            <pc:sldMk cId="3108673042" sldId="260"/>
            <ac:picMk id="17" creationId="{103DB40D-EED6-055A-EBF6-6BA603572128}"/>
          </ac:picMkLst>
        </pc:picChg>
      </pc:sldChg>
      <pc:sldChg chg="del">
        <pc:chgData name="Lương Hải Long" userId="88d8356ec6a0a284" providerId="LiveId" clId="{F81F467C-0BCA-468D-9D39-07AF51B82412}" dt="2025-12-14T15:39:35.132" v="306" actId="47"/>
        <pc:sldMkLst>
          <pc:docMk/>
          <pc:sldMk cId="1443147738" sldId="261"/>
        </pc:sldMkLst>
      </pc:sldChg>
      <pc:sldChg chg="addSp delSp modSp new mod">
        <pc:chgData name="Lương Hải Long" userId="88d8356ec6a0a284" providerId="LiveId" clId="{F81F467C-0BCA-468D-9D39-07AF51B82412}" dt="2025-12-14T16:27:55.146" v="1426" actId="21"/>
        <pc:sldMkLst>
          <pc:docMk/>
          <pc:sldMk cId="1556414321" sldId="261"/>
        </pc:sldMkLst>
        <pc:spChg chg="mod">
          <ac:chgData name="Lương Hải Long" userId="88d8356ec6a0a284" providerId="LiveId" clId="{F81F467C-0BCA-468D-9D39-07AF51B82412}" dt="2025-12-14T15:49:51.115" v="688"/>
          <ac:spMkLst>
            <pc:docMk/>
            <pc:sldMk cId="1556414321" sldId="261"/>
            <ac:spMk id="2" creationId="{53C7044F-E637-1570-25B3-D9EA1730A66E}"/>
          </ac:spMkLst>
        </pc:spChg>
        <pc:spChg chg="del mod">
          <ac:chgData name="Lương Hải Long" userId="88d8356ec6a0a284" providerId="LiveId" clId="{F81F467C-0BCA-468D-9D39-07AF51B82412}" dt="2025-12-14T15:47:31.298" v="647" actId="478"/>
          <ac:spMkLst>
            <pc:docMk/>
            <pc:sldMk cId="1556414321" sldId="261"/>
            <ac:spMk id="3" creationId="{35C7549A-6346-9B8C-5A15-051787441E98}"/>
          </ac:spMkLst>
        </pc:spChg>
        <pc:spChg chg="add del">
          <ac:chgData name="Lương Hải Long" userId="88d8356ec6a0a284" providerId="LiveId" clId="{F81F467C-0BCA-468D-9D39-07AF51B82412}" dt="2025-12-14T15:47:30.445" v="646" actId="478"/>
          <ac:spMkLst>
            <pc:docMk/>
            <pc:sldMk cId="1556414321" sldId="261"/>
            <ac:spMk id="5" creationId="{A08BA581-37C9-3619-3A10-43ACCBB82ACB}"/>
          </ac:spMkLst>
        </pc:spChg>
        <pc:spChg chg="add mod">
          <ac:chgData name="Lương Hải Long" userId="88d8356ec6a0a284" providerId="LiveId" clId="{F81F467C-0BCA-468D-9D39-07AF51B82412}" dt="2025-12-14T15:50:07.026" v="693" actId="1076"/>
          <ac:spMkLst>
            <pc:docMk/>
            <pc:sldMk cId="1556414321" sldId="261"/>
            <ac:spMk id="11" creationId="{9E2B3E67-52CD-27F7-A96B-FF1ED2D300AA}"/>
          </ac:spMkLst>
        </pc:spChg>
        <pc:spChg chg="add mod">
          <ac:chgData name="Lương Hải Long" userId="88d8356ec6a0a284" providerId="LiveId" clId="{F81F467C-0BCA-468D-9D39-07AF51B82412}" dt="2025-12-14T15:50:09.198" v="694" actId="122"/>
          <ac:spMkLst>
            <pc:docMk/>
            <pc:sldMk cId="1556414321" sldId="261"/>
            <ac:spMk id="15" creationId="{C21EE38F-D34E-8706-4B8E-BBCB09932B85}"/>
          </ac:spMkLst>
        </pc:spChg>
        <pc:picChg chg="add del mod">
          <ac:chgData name="Lương Hải Long" userId="88d8356ec6a0a284" providerId="LiveId" clId="{F81F467C-0BCA-468D-9D39-07AF51B82412}" dt="2025-12-14T15:48:53.450" v="671" actId="478"/>
          <ac:picMkLst>
            <pc:docMk/>
            <pc:sldMk cId="1556414321" sldId="261"/>
            <ac:picMk id="7" creationId="{81197D41-434B-9112-E3F2-79DD02E7C132}"/>
          </ac:picMkLst>
        </pc:picChg>
        <pc:picChg chg="add mod">
          <ac:chgData name="Lương Hải Long" userId="88d8356ec6a0a284" providerId="LiveId" clId="{F81F467C-0BCA-468D-9D39-07AF51B82412}" dt="2025-12-14T15:49:00.806" v="674" actId="1076"/>
          <ac:picMkLst>
            <pc:docMk/>
            <pc:sldMk cId="1556414321" sldId="261"/>
            <ac:picMk id="9" creationId="{961A9551-E372-F197-E6C6-F73686AE7BEC}"/>
          </ac:picMkLst>
        </pc:picChg>
        <pc:picChg chg="add mod">
          <ac:chgData name="Lương Hải Long" userId="88d8356ec6a0a284" providerId="LiveId" clId="{F81F467C-0BCA-468D-9D39-07AF51B82412}" dt="2025-12-14T15:49:46.845" v="687" actId="14100"/>
          <ac:picMkLst>
            <pc:docMk/>
            <pc:sldMk cId="1556414321" sldId="261"/>
            <ac:picMk id="13" creationId="{E04ECA3C-5871-37ED-D3C6-424275A58649}"/>
          </ac:picMkLst>
        </pc:picChg>
        <pc:picChg chg="add del mod">
          <ac:chgData name="Lương Hải Long" userId="88d8356ec6a0a284" providerId="LiveId" clId="{F81F467C-0BCA-468D-9D39-07AF51B82412}" dt="2025-12-14T16:27:55.146" v="1426" actId="21"/>
          <ac:picMkLst>
            <pc:docMk/>
            <pc:sldMk cId="1556414321" sldId="261"/>
            <ac:picMk id="17" creationId="{103DB40D-EED6-055A-EBF6-6BA603572128}"/>
          </ac:picMkLst>
        </pc:picChg>
      </pc:sldChg>
      <pc:sldChg chg="addSp delSp modSp new mod">
        <pc:chgData name="Lương Hải Long" userId="88d8356ec6a0a284" providerId="LiveId" clId="{F81F467C-0BCA-468D-9D39-07AF51B82412}" dt="2025-12-14T15:51:58.127" v="735"/>
        <pc:sldMkLst>
          <pc:docMk/>
          <pc:sldMk cId="87508338" sldId="262"/>
        </pc:sldMkLst>
        <pc:spChg chg="mod">
          <ac:chgData name="Lương Hải Long" userId="88d8356ec6a0a284" providerId="LiveId" clId="{F81F467C-0BCA-468D-9D39-07AF51B82412}" dt="2025-12-14T15:50:23.917" v="696"/>
          <ac:spMkLst>
            <pc:docMk/>
            <pc:sldMk cId="87508338" sldId="262"/>
            <ac:spMk id="2" creationId="{B1D2E80A-9430-9855-8E9B-FFDE8AA0EAE2}"/>
          </ac:spMkLst>
        </pc:spChg>
        <pc:spChg chg="mod">
          <ac:chgData name="Lương Hải Long" userId="88d8356ec6a0a284" providerId="LiveId" clId="{F81F467C-0BCA-468D-9D39-07AF51B82412}" dt="2025-12-14T15:51:53.086" v="731" actId="15"/>
          <ac:spMkLst>
            <pc:docMk/>
            <pc:sldMk cId="87508338" sldId="262"/>
            <ac:spMk id="3" creationId="{74A12E4E-1291-632A-1B0F-6B2F609A385C}"/>
          </ac:spMkLst>
        </pc:spChg>
        <pc:spChg chg="add">
          <ac:chgData name="Lương Hải Long" userId="88d8356ec6a0a284" providerId="LiveId" clId="{F81F467C-0BCA-468D-9D39-07AF51B82412}" dt="2025-12-14T15:50:33.033" v="700"/>
          <ac:spMkLst>
            <pc:docMk/>
            <pc:sldMk cId="87508338" sldId="262"/>
            <ac:spMk id="4" creationId="{B32E017A-B1AB-FE9B-D1DC-76B36F30C67B}"/>
          </ac:spMkLst>
        </pc:spChg>
        <pc:spChg chg="add del mod">
          <ac:chgData name="Lương Hải Long" userId="88d8356ec6a0a284" providerId="LiveId" clId="{F81F467C-0BCA-468D-9D39-07AF51B82412}" dt="2025-12-14T15:51:58.127" v="733"/>
          <ac:spMkLst>
            <pc:docMk/>
            <pc:sldMk cId="87508338" sldId="262"/>
            <ac:spMk id="5" creationId="{8CAA9EED-320F-2B4D-E2CF-63C807DC0A9C}"/>
          </ac:spMkLst>
        </pc:spChg>
        <pc:spChg chg="add">
          <ac:chgData name="Lương Hải Long" userId="88d8356ec6a0a284" providerId="LiveId" clId="{F81F467C-0BCA-468D-9D39-07AF51B82412}" dt="2025-12-14T15:50:55.739" v="706"/>
          <ac:spMkLst>
            <pc:docMk/>
            <pc:sldMk cId="87508338" sldId="262"/>
            <ac:spMk id="6" creationId="{60F40CA4-5732-A0A7-4784-0B2779C61F86}"/>
          </ac:spMkLst>
        </pc:spChg>
        <pc:spChg chg="add">
          <ac:chgData name="Lương Hải Long" userId="88d8356ec6a0a284" providerId="LiveId" clId="{F81F467C-0BCA-468D-9D39-07AF51B82412}" dt="2025-12-14T15:51:14.946" v="714"/>
          <ac:spMkLst>
            <pc:docMk/>
            <pc:sldMk cId="87508338" sldId="262"/>
            <ac:spMk id="7" creationId="{CF5F637E-9C96-0699-B23D-3F0DE44965BB}"/>
          </ac:spMkLst>
        </pc:spChg>
        <pc:spChg chg="add">
          <ac:chgData name="Lương Hải Long" userId="88d8356ec6a0a284" providerId="LiveId" clId="{F81F467C-0BCA-468D-9D39-07AF51B82412}" dt="2025-12-14T15:51:17.889" v="715"/>
          <ac:spMkLst>
            <pc:docMk/>
            <pc:sldMk cId="87508338" sldId="262"/>
            <ac:spMk id="8" creationId="{F8181FC2-2BDB-05E0-F69B-71F33074CF2A}"/>
          </ac:spMkLst>
        </pc:spChg>
        <pc:spChg chg="add del mod">
          <ac:chgData name="Lương Hải Long" userId="88d8356ec6a0a284" providerId="LiveId" clId="{F81F467C-0BCA-468D-9D39-07AF51B82412}" dt="2025-12-14T15:51:58.127" v="735"/>
          <ac:spMkLst>
            <pc:docMk/>
            <pc:sldMk cId="87508338" sldId="262"/>
            <ac:spMk id="9" creationId="{0F018C24-5FD7-7548-B04E-61B950BA4A48}"/>
          </ac:spMkLst>
        </pc:spChg>
      </pc:sldChg>
      <pc:sldChg chg="del">
        <pc:chgData name="Lương Hải Long" userId="88d8356ec6a0a284" providerId="LiveId" clId="{F81F467C-0BCA-468D-9D39-07AF51B82412}" dt="2025-12-14T15:39:35.132" v="306" actId="47"/>
        <pc:sldMkLst>
          <pc:docMk/>
          <pc:sldMk cId="638908825" sldId="262"/>
        </pc:sldMkLst>
      </pc:sldChg>
      <pc:sldChg chg="del">
        <pc:chgData name="Lương Hải Long" userId="88d8356ec6a0a284" providerId="LiveId" clId="{F81F467C-0BCA-468D-9D39-07AF51B82412}" dt="2025-12-14T15:39:35.132" v="306" actId="47"/>
        <pc:sldMkLst>
          <pc:docMk/>
          <pc:sldMk cId="978033542" sldId="263"/>
        </pc:sldMkLst>
      </pc:sldChg>
      <pc:sldChg chg="addSp delSp modSp new mod">
        <pc:chgData name="Lương Hải Long" userId="88d8356ec6a0a284" providerId="LiveId" clId="{F81F467C-0BCA-468D-9D39-07AF51B82412}" dt="2025-12-14T15:55:33.378" v="840" actId="20577"/>
        <pc:sldMkLst>
          <pc:docMk/>
          <pc:sldMk cId="2601859263" sldId="263"/>
        </pc:sldMkLst>
        <pc:spChg chg="mod">
          <ac:chgData name="Lương Hải Long" userId="88d8356ec6a0a284" providerId="LiveId" clId="{F81F467C-0BCA-468D-9D39-07AF51B82412}" dt="2025-12-14T15:52:21.235" v="746" actId="20577"/>
          <ac:spMkLst>
            <pc:docMk/>
            <pc:sldMk cId="2601859263" sldId="263"/>
            <ac:spMk id="2" creationId="{0817E49A-153A-E5F5-8DE4-64E9F4D6561C}"/>
          </ac:spMkLst>
        </pc:spChg>
        <pc:spChg chg="add del mod">
          <ac:chgData name="Lương Hải Long" userId="88d8356ec6a0a284" providerId="LiveId" clId="{F81F467C-0BCA-468D-9D39-07AF51B82412}" dt="2025-12-14T15:55:33.378" v="840" actId="20577"/>
          <ac:spMkLst>
            <pc:docMk/>
            <pc:sldMk cId="2601859263" sldId="263"/>
            <ac:spMk id="3" creationId="{C966D69B-702A-6956-1501-2B330E5A0E79}"/>
          </ac:spMkLst>
        </pc:spChg>
        <pc:spChg chg="add mod">
          <ac:chgData name="Lương Hải Long" userId="88d8356ec6a0a284" providerId="LiveId" clId="{F81F467C-0BCA-468D-9D39-07AF51B82412}" dt="2025-12-14T15:52:26.453" v="748"/>
          <ac:spMkLst>
            <pc:docMk/>
            <pc:sldMk cId="2601859263" sldId="263"/>
            <ac:spMk id="4" creationId="{A3FAFD92-ED36-6188-816C-4F0D4461878C}"/>
          </ac:spMkLst>
        </pc:spChg>
        <pc:spChg chg="add mod">
          <ac:chgData name="Lương Hải Long" userId="88d8356ec6a0a284" providerId="LiveId" clId="{F81F467C-0BCA-468D-9D39-07AF51B82412}" dt="2025-12-14T15:52:27.377" v="750"/>
          <ac:spMkLst>
            <pc:docMk/>
            <pc:sldMk cId="2601859263" sldId="263"/>
            <ac:spMk id="5" creationId="{73703F3F-4853-D36C-32DB-8AE0DCF0BC85}"/>
          </ac:spMkLst>
        </pc:spChg>
        <pc:spChg chg="add">
          <ac:chgData name="Lương Hải Long" userId="88d8356ec6a0a284" providerId="LiveId" clId="{F81F467C-0BCA-468D-9D39-07AF51B82412}" dt="2025-12-14T15:52:32.574" v="753"/>
          <ac:spMkLst>
            <pc:docMk/>
            <pc:sldMk cId="2601859263" sldId="263"/>
            <ac:spMk id="6" creationId="{9BF42080-EB41-A684-7B5B-7B17CF3A1192}"/>
          </ac:spMkLst>
        </pc:spChg>
        <pc:spChg chg="add">
          <ac:chgData name="Lương Hải Long" userId="88d8356ec6a0a284" providerId="LiveId" clId="{F81F467C-0BCA-468D-9D39-07AF51B82412}" dt="2025-12-14T15:52:38.229" v="754"/>
          <ac:spMkLst>
            <pc:docMk/>
            <pc:sldMk cId="2601859263" sldId="263"/>
            <ac:spMk id="7" creationId="{C34CA3BC-E612-59BA-8AF4-878B9D411358}"/>
          </ac:spMkLst>
        </pc:spChg>
        <pc:spChg chg="add">
          <ac:chgData name="Lương Hải Long" userId="88d8356ec6a0a284" providerId="LiveId" clId="{F81F467C-0BCA-468D-9D39-07AF51B82412}" dt="2025-12-14T15:52:47.183" v="757"/>
          <ac:spMkLst>
            <pc:docMk/>
            <pc:sldMk cId="2601859263" sldId="263"/>
            <ac:spMk id="8" creationId="{1CA075BF-282C-6FD0-0D40-71ABB2BA1D3C}"/>
          </ac:spMkLst>
        </pc:spChg>
        <pc:spChg chg="add">
          <ac:chgData name="Lương Hải Long" userId="88d8356ec6a0a284" providerId="LiveId" clId="{F81F467C-0BCA-468D-9D39-07AF51B82412}" dt="2025-12-14T15:54:13.495" v="795"/>
          <ac:spMkLst>
            <pc:docMk/>
            <pc:sldMk cId="2601859263" sldId="263"/>
            <ac:spMk id="9" creationId="{80AC540D-32B1-21D3-6F0C-0EA0BE9A2891}"/>
          </ac:spMkLst>
        </pc:spChg>
        <pc:spChg chg="add">
          <ac:chgData name="Lương Hải Long" userId="88d8356ec6a0a284" providerId="LiveId" clId="{F81F467C-0BCA-468D-9D39-07AF51B82412}" dt="2025-12-14T15:55:15.210" v="834"/>
          <ac:spMkLst>
            <pc:docMk/>
            <pc:sldMk cId="2601859263" sldId="263"/>
            <ac:spMk id="10" creationId="{8B9A8040-7CDC-F424-CE9A-474723D0849B}"/>
          </ac:spMkLst>
        </pc:spChg>
      </pc:sldChg>
      <pc:sldChg chg="del">
        <pc:chgData name="Lương Hải Long" userId="88d8356ec6a0a284" providerId="LiveId" clId="{F81F467C-0BCA-468D-9D39-07AF51B82412}" dt="2025-12-14T15:39:35.132" v="306" actId="47"/>
        <pc:sldMkLst>
          <pc:docMk/>
          <pc:sldMk cId="923774074" sldId="264"/>
        </pc:sldMkLst>
      </pc:sldChg>
      <pc:sldChg chg="addSp delSp modSp new mod ord">
        <pc:chgData name="Lương Hải Long" userId="88d8356ec6a0a284" providerId="LiveId" clId="{F81F467C-0BCA-468D-9D39-07AF51B82412}" dt="2025-12-14T16:22:13.168" v="1387"/>
        <pc:sldMkLst>
          <pc:docMk/>
          <pc:sldMk cId="1987365875" sldId="264"/>
        </pc:sldMkLst>
        <pc:spChg chg="mod">
          <ac:chgData name="Lương Hải Long" userId="88d8356ec6a0a284" providerId="LiveId" clId="{F81F467C-0BCA-468D-9D39-07AF51B82412}" dt="2025-12-14T16:22:13.168" v="1387"/>
          <ac:spMkLst>
            <pc:docMk/>
            <pc:sldMk cId="1987365875" sldId="264"/>
            <ac:spMk id="2" creationId="{BE91A39F-FE56-0C0C-112A-E9F3A5FBA9F1}"/>
          </ac:spMkLst>
        </pc:spChg>
        <pc:spChg chg="del mod">
          <ac:chgData name="Lương Hải Long" userId="88d8356ec6a0a284" providerId="LiveId" clId="{F81F467C-0BCA-468D-9D39-07AF51B82412}" dt="2025-12-14T16:21:08.198" v="1336"/>
          <ac:spMkLst>
            <pc:docMk/>
            <pc:sldMk cId="1987365875" sldId="264"/>
            <ac:spMk id="3" creationId="{BF52397E-BFE4-A8E4-46A3-2F81BA75809C}"/>
          </ac:spMkLst>
        </pc:spChg>
        <pc:spChg chg="add del mod">
          <ac:chgData name="Lương Hải Long" userId="88d8356ec6a0a284" providerId="LiveId" clId="{F81F467C-0BCA-468D-9D39-07AF51B82412}" dt="2025-12-14T16:22:07.769" v="1386" actId="478"/>
          <ac:spMkLst>
            <pc:docMk/>
            <pc:sldMk cId="1987365875" sldId="264"/>
            <ac:spMk id="9" creationId="{BDB2F620-24EF-5880-9D2A-258D74E5C5E3}"/>
          </ac:spMkLst>
        </pc:spChg>
        <pc:picChg chg="add mod">
          <ac:chgData name="Lương Hải Long" userId="88d8356ec6a0a284" providerId="LiveId" clId="{F81F467C-0BCA-468D-9D39-07AF51B82412}" dt="2025-12-14T16:03:57.796" v="896" actId="14100"/>
          <ac:picMkLst>
            <pc:docMk/>
            <pc:sldMk cId="1987365875" sldId="264"/>
            <ac:picMk id="5" creationId="{22DFC15B-09CB-8CED-4A18-8AEC87C8F9DB}"/>
          </ac:picMkLst>
        </pc:picChg>
        <pc:picChg chg="add del mod">
          <ac:chgData name="Lương Hải Long" userId="88d8356ec6a0a284" providerId="LiveId" clId="{F81F467C-0BCA-468D-9D39-07AF51B82412}" dt="2025-12-14T16:21:10.799" v="1337" actId="21"/>
          <ac:picMkLst>
            <pc:docMk/>
            <pc:sldMk cId="1987365875" sldId="264"/>
            <ac:picMk id="7" creationId="{BC464991-E605-158B-BFE3-FCB988D88854}"/>
          </ac:picMkLst>
        </pc:picChg>
      </pc:sldChg>
      <pc:sldChg chg="del">
        <pc:chgData name="Lương Hải Long" userId="88d8356ec6a0a284" providerId="LiveId" clId="{F81F467C-0BCA-468D-9D39-07AF51B82412}" dt="2025-12-14T15:39:35.132" v="306" actId="47"/>
        <pc:sldMkLst>
          <pc:docMk/>
          <pc:sldMk cId="396866488" sldId="265"/>
        </pc:sldMkLst>
      </pc:sldChg>
      <pc:sldChg chg="addSp delSp modSp new mod">
        <pc:chgData name="Lương Hải Long" userId="88d8356ec6a0a284" providerId="LiveId" clId="{F81F467C-0BCA-468D-9D39-07AF51B82412}" dt="2025-12-14T16:09:51.018" v="1265" actId="26606"/>
        <pc:sldMkLst>
          <pc:docMk/>
          <pc:sldMk cId="2757196092" sldId="265"/>
        </pc:sldMkLst>
        <pc:spChg chg="mod">
          <ac:chgData name="Lương Hải Long" userId="88d8356ec6a0a284" providerId="LiveId" clId="{F81F467C-0BCA-468D-9D39-07AF51B82412}" dt="2025-12-14T16:09:51.018" v="1265" actId="26606"/>
          <ac:spMkLst>
            <pc:docMk/>
            <pc:sldMk cId="2757196092" sldId="265"/>
            <ac:spMk id="2" creationId="{E29254B3-BA80-FF68-D971-2FD4495E69DB}"/>
          </ac:spMkLst>
        </pc:spChg>
        <pc:spChg chg="add del mod">
          <ac:chgData name="Lương Hải Long" userId="88d8356ec6a0a284" providerId="LiveId" clId="{F81F467C-0BCA-468D-9D39-07AF51B82412}" dt="2025-12-14T16:09:51.018" v="1265" actId="26606"/>
          <ac:spMkLst>
            <pc:docMk/>
            <pc:sldMk cId="2757196092" sldId="265"/>
            <ac:spMk id="3" creationId="{57654FBA-7C61-4B44-33AC-B2626D880208}"/>
          </ac:spMkLst>
        </pc:spChg>
        <pc:spChg chg="add mod">
          <ac:chgData name="Lương Hải Long" userId="88d8356ec6a0a284" providerId="LiveId" clId="{F81F467C-0BCA-468D-9D39-07AF51B82412}" dt="2025-12-14T16:04:27.612" v="900"/>
          <ac:spMkLst>
            <pc:docMk/>
            <pc:sldMk cId="2757196092" sldId="265"/>
            <ac:spMk id="4" creationId="{2BCF29F7-C437-1234-D9DD-BAEC7927DDFB}"/>
          </ac:spMkLst>
        </pc:spChg>
        <pc:spChg chg="add del mod">
          <ac:chgData name="Lương Hải Long" userId="88d8356ec6a0a284" providerId="LiveId" clId="{F81F467C-0BCA-468D-9D39-07AF51B82412}" dt="2025-12-14T16:04:49.979" v="905" actId="478"/>
          <ac:spMkLst>
            <pc:docMk/>
            <pc:sldMk cId="2757196092" sldId="265"/>
            <ac:spMk id="5" creationId="{65F68EEB-7CE0-037B-ADB8-D2FB8DD79E43}"/>
          </ac:spMkLst>
        </pc:spChg>
        <pc:picChg chg="add mod">
          <ac:chgData name="Lương Hải Long" userId="88d8356ec6a0a284" providerId="LiveId" clId="{F81F467C-0BCA-468D-9D39-07AF51B82412}" dt="2025-12-14T16:09:51.018" v="1265" actId="26606"/>
          <ac:picMkLst>
            <pc:docMk/>
            <pc:sldMk cId="2757196092" sldId="265"/>
            <ac:picMk id="7" creationId="{B82A51AD-BEF6-5407-FF10-D57D45E93D6D}"/>
          </ac:picMkLst>
        </pc:picChg>
      </pc:sldChg>
      <pc:sldChg chg="del">
        <pc:chgData name="Lương Hải Long" userId="88d8356ec6a0a284" providerId="LiveId" clId="{F81F467C-0BCA-468D-9D39-07AF51B82412}" dt="2025-12-14T15:39:35.132" v="306" actId="47"/>
        <pc:sldMkLst>
          <pc:docMk/>
          <pc:sldMk cId="2457398464" sldId="266"/>
        </pc:sldMkLst>
      </pc:sldChg>
      <pc:sldChg chg="addSp delSp modSp new mod">
        <pc:chgData name="Lương Hải Long" userId="88d8356ec6a0a284" providerId="LiveId" clId="{F81F467C-0BCA-468D-9D39-07AF51B82412}" dt="2025-12-14T16:40:00.297" v="1512" actId="1076"/>
        <pc:sldMkLst>
          <pc:docMk/>
          <pc:sldMk cId="2797280619" sldId="266"/>
        </pc:sldMkLst>
        <pc:spChg chg="mod">
          <ac:chgData name="Lương Hải Long" userId="88d8356ec6a0a284" providerId="LiveId" clId="{F81F467C-0BCA-468D-9D39-07AF51B82412}" dt="2025-12-14T16:09:46.958" v="1264" actId="26606"/>
          <ac:spMkLst>
            <pc:docMk/>
            <pc:sldMk cId="2797280619" sldId="266"/>
            <ac:spMk id="2" creationId="{966426D0-D778-05E2-5293-59AED0C00C53}"/>
          </ac:spMkLst>
        </pc:spChg>
        <pc:spChg chg="mod">
          <ac:chgData name="Lương Hải Long" userId="88d8356ec6a0a284" providerId="LiveId" clId="{F81F467C-0BCA-468D-9D39-07AF51B82412}" dt="2025-12-14T16:39:57.440" v="1510" actId="1076"/>
          <ac:spMkLst>
            <pc:docMk/>
            <pc:sldMk cId="2797280619" sldId="266"/>
            <ac:spMk id="3" creationId="{D535208C-1147-4E0A-8E93-19E752BBF343}"/>
          </ac:spMkLst>
        </pc:spChg>
        <pc:picChg chg="add mod">
          <ac:chgData name="Lương Hải Long" userId="88d8356ec6a0a284" providerId="LiveId" clId="{F81F467C-0BCA-468D-9D39-07AF51B82412}" dt="2025-12-14T16:40:00.297" v="1512" actId="1076"/>
          <ac:picMkLst>
            <pc:docMk/>
            <pc:sldMk cId="2797280619" sldId="266"/>
            <ac:picMk id="5" creationId="{2C5796D9-2DAF-5A66-2D69-2896D6038DB4}"/>
          </ac:picMkLst>
        </pc:picChg>
        <pc:picChg chg="add del mod">
          <ac:chgData name="Lương Hải Long" userId="88d8356ec6a0a284" providerId="LiveId" clId="{F81F467C-0BCA-468D-9D39-07AF51B82412}" dt="2025-12-14T16:32:49.870" v="1438" actId="21"/>
          <ac:picMkLst>
            <pc:docMk/>
            <pc:sldMk cId="2797280619" sldId="266"/>
            <ac:picMk id="7" creationId="{6A6E78D5-1F10-6A88-2ACC-0F4EA2C2BAE4}"/>
          </ac:picMkLst>
        </pc:picChg>
      </pc:sldChg>
      <pc:sldChg chg="addSp delSp modSp new mod ord">
        <pc:chgData name="Lương Hải Long" userId="88d8356ec6a0a284" providerId="LiveId" clId="{F81F467C-0BCA-468D-9D39-07AF51B82412}" dt="2025-12-14T16:39:34.385" v="1508" actId="14100"/>
        <pc:sldMkLst>
          <pc:docMk/>
          <pc:sldMk cId="2334681838" sldId="267"/>
        </pc:sldMkLst>
        <pc:spChg chg="mod">
          <ac:chgData name="Lương Hải Long" userId="88d8356ec6a0a284" providerId="LiveId" clId="{F81F467C-0BCA-468D-9D39-07AF51B82412}" dt="2025-12-14T16:10:49.549" v="1276" actId="20577"/>
          <ac:spMkLst>
            <pc:docMk/>
            <pc:sldMk cId="2334681838" sldId="267"/>
            <ac:spMk id="2" creationId="{F061D980-3A8E-8368-BA09-ACB09A58DFAC}"/>
          </ac:spMkLst>
        </pc:spChg>
        <pc:spChg chg="del">
          <ac:chgData name="Lương Hải Long" userId="88d8356ec6a0a284" providerId="LiveId" clId="{F81F467C-0BCA-468D-9D39-07AF51B82412}" dt="2025-12-14T16:10:54.930" v="1277"/>
          <ac:spMkLst>
            <pc:docMk/>
            <pc:sldMk cId="2334681838" sldId="267"/>
            <ac:spMk id="3" creationId="{83295A00-E777-9A50-4076-EEF1E8B3BD15}"/>
          </ac:spMkLst>
        </pc:spChg>
        <pc:spChg chg="add del mod">
          <ac:chgData name="Lương Hải Long" userId="88d8356ec6a0a284" providerId="LiveId" clId="{F81F467C-0BCA-468D-9D39-07AF51B82412}" dt="2025-12-14T16:39:25.723" v="1505" actId="478"/>
          <ac:spMkLst>
            <pc:docMk/>
            <pc:sldMk cId="2334681838" sldId="267"/>
            <ac:spMk id="11" creationId="{FEB5FAFB-5A9F-3634-F577-64BF3409DA3B}"/>
          </ac:spMkLst>
        </pc:spChg>
        <pc:picChg chg="add del mod">
          <ac:chgData name="Lương Hải Long" userId="88d8356ec6a0a284" providerId="LiveId" clId="{F81F467C-0BCA-468D-9D39-07AF51B82412}" dt="2025-12-14T16:39:25.723" v="1505" actId="478"/>
          <ac:picMkLst>
            <pc:docMk/>
            <pc:sldMk cId="2334681838" sldId="267"/>
            <ac:picMk id="5" creationId="{BB5A6EBE-8168-A498-708B-159FDEA72C77}"/>
          </ac:picMkLst>
        </pc:picChg>
        <pc:picChg chg="add mod">
          <ac:chgData name="Lương Hải Long" userId="88d8356ec6a0a284" providerId="LiveId" clId="{F81F467C-0BCA-468D-9D39-07AF51B82412}" dt="2025-12-14T16:38:11.381" v="1498" actId="1076"/>
          <ac:picMkLst>
            <pc:docMk/>
            <pc:sldMk cId="2334681838" sldId="267"/>
            <ac:picMk id="7" creationId="{C375566B-EC95-78AF-1513-DB4F1032E56F}"/>
          </ac:picMkLst>
        </pc:picChg>
        <pc:picChg chg="add mod">
          <ac:chgData name="Lương Hải Long" userId="88d8356ec6a0a284" providerId="LiveId" clId="{F81F467C-0BCA-468D-9D39-07AF51B82412}" dt="2025-12-14T16:39:34.385" v="1508" actId="14100"/>
          <ac:picMkLst>
            <pc:docMk/>
            <pc:sldMk cId="2334681838" sldId="267"/>
            <ac:picMk id="9" creationId="{1E014ABF-240D-5A41-9206-E285062021CF}"/>
          </ac:picMkLst>
        </pc:picChg>
      </pc:sldChg>
      <pc:sldChg chg="addSp delSp modSp new mod">
        <pc:chgData name="Lương Hải Long" userId="88d8356ec6a0a284" providerId="LiveId" clId="{F81F467C-0BCA-468D-9D39-07AF51B82412}" dt="2025-12-14T16:22:43.307" v="1418" actId="1076"/>
        <pc:sldMkLst>
          <pc:docMk/>
          <pc:sldMk cId="697710666" sldId="268"/>
        </pc:sldMkLst>
        <pc:spChg chg="del">
          <ac:chgData name="Lương Hải Long" userId="88d8356ec6a0a284" providerId="LiveId" clId="{F81F467C-0BCA-468D-9D39-07AF51B82412}" dt="2025-12-14T16:18:47.088" v="1301"/>
          <ac:spMkLst>
            <pc:docMk/>
            <pc:sldMk cId="697710666" sldId="268"/>
            <ac:spMk id="2" creationId="{C90ED990-6B94-C303-17B5-5E3FEC68E30B}"/>
          </ac:spMkLst>
        </pc:spChg>
        <pc:spChg chg="del">
          <ac:chgData name="Lương Hải Long" userId="88d8356ec6a0a284" providerId="LiveId" clId="{F81F467C-0BCA-468D-9D39-07AF51B82412}" dt="2025-12-14T16:18:48.722" v="1302"/>
          <ac:spMkLst>
            <pc:docMk/>
            <pc:sldMk cId="697710666" sldId="268"/>
            <ac:spMk id="3" creationId="{E49EE06D-C92F-5999-58EF-26947165F33A}"/>
          </ac:spMkLst>
        </pc:spChg>
        <pc:spChg chg="add mod">
          <ac:chgData name="Lương Hải Long" userId="88d8356ec6a0a284" providerId="LiveId" clId="{F81F467C-0BCA-468D-9D39-07AF51B82412}" dt="2025-12-14T16:22:25.604" v="1388"/>
          <ac:spMkLst>
            <pc:docMk/>
            <pc:sldMk cId="697710666" sldId="268"/>
            <ac:spMk id="4" creationId="{D6ACACBE-4845-C52F-4979-9A9FD6C2C43F}"/>
          </ac:spMkLst>
        </pc:spChg>
        <pc:spChg chg="add del mod">
          <ac:chgData name="Lương Hải Long" userId="88d8356ec6a0a284" providerId="LiveId" clId="{F81F467C-0BCA-468D-9D39-07AF51B82412}" dt="2025-12-14T16:19:11.937" v="1335"/>
          <ac:spMkLst>
            <pc:docMk/>
            <pc:sldMk cId="697710666" sldId="268"/>
            <ac:spMk id="5" creationId="{D2261A4A-DDCE-5F08-AE2C-051266C63188}"/>
          </ac:spMkLst>
        </pc:spChg>
        <pc:spChg chg="add mod">
          <ac:chgData name="Lương Hải Long" userId="88d8356ec6a0a284" providerId="LiveId" clId="{F81F467C-0BCA-468D-9D39-07AF51B82412}" dt="2025-12-14T16:22:43.307" v="1418" actId="1076"/>
          <ac:spMkLst>
            <pc:docMk/>
            <pc:sldMk cId="697710666" sldId="268"/>
            <ac:spMk id="8" creationId="{535E144A-864D-0550-4CB5-E15737B2D37B}"/>
          </ac:spMkLst>
        </pc:spChg>
        <pc:picChg chg="add mod">
          <ac:chgData name="Lương Hải Long" userId="88d8356ec6a0a284" providerId="LiveId" clId="{F81F467C-0BCA-468D-9D39-07AF51B82412}" dt="2025-12-14T16:19:11.937" v="1335"/>
          <ac:picMkLst>
            <pc:docMk/>
            <pc:sldMk cId="697710666" sldId="268"/>
            <ac:picMk id="7" creationId="{10B01C3A-1C43-F035-7B64-739649B32115}"/>
          </ac:picMkLst>
        </pc:picChg>
      </pc:sldChg>
      <pc:sldChg chg="addSp delSp modSp new mod">
        <pc:chgData name="Lương Hải Long" userId="88d8356ec6a0a284" providerId="LiveId" clId="{F81F467C-0BCA-468D-9D39-07AF51B82412}" dt="2025-12-14T16:22:03.321" v="1383"/>
        <pc:sldMkLst>
          <pc:docMk/>
          <pc:sldMk cId="1857622405" sldId="269"/>
        </pc:sldMkLst>
        <pc:spChg chg="mod">
          <ac:chgData name="Lương Hải Long" userId="88d8356ec6a0a284" providerId="LiveId" clId="{F81F467C-0BCA-468D-9D39-07AF51B82412}" dt="2025-12-14T16:22:03.321" v="1383"/>
          <ac:spMkLst>
            <pc:docMk/>
            <pc:sldMk cId="1857622405" sldId="269"/>
            <ac:spMk id="2" creationId="{C5821EEB-9E54-5993-9476-F8C48894BDB2}"/>
          </ac:spMkLst>
        </pc:spChg>
        <pc:spChg chg="del">
          <ac:chgData name="Lương Hải Long" userId="88d8356ec6a0a284" providerId="LiveId" clId="{F81F467C-0BCA-468D-9D39-07AF51B82412}" dt="2025-12-14T16:21:28.062" v="1382" actId="478"/>
          <ac:spMkLst>
            <pc:docMk/>
            <pc:sldMk cId="1857622405" sldId="269"/>
            <ac:spMk id="3" creationId="{A68061D3-2CEF-6B86-2721-8BA61F34D47B}"/>
          </ac:spMkLst>
        </pc:spChg>
        <pc:picChg chg="add mod">
          <ac:chgData name="Lương Hải Long" userId="88d8356ec6a0a284" providerId="LiveId" clId="{F81F467C-0BCA-468D-9D39-07AF51B82412}" dt="2025-12-14T16:21:23.180" v="1381"/>
          <ac:picMkLst>
            <pc:docMk/>
            <pc:sldMk cId="1857622405" sldId="269"/>
            <ac:picMk id="7" creationId="{BC464991-E605-158B-BFE3-FCB988D88854}"/>
          </ac:picMkLst>
        </pc:picChg>
      </pc:sldChg>
      <pc:sldMasterChg chg="modSldLayout">
        <pc:chgData name="Lương Hải Long" userId="88d8356ec6a0a284" providerId="LiveId" clId="{F81F467C-0BCA-468D-9D39-07AF51B82412}" dt="2025-12-14T15:39:58.601" v="447" actId="20577"/>
        <pc:sldMasterMkLst>
          <pc:docMk/>
          <pc:sldMasterMk cId="1524428303" sldId="2147483648"/>
        </pc:sldMasterMkLst>
        <pc:sldLayoutChg chg="modSp mod">
          <pc:chgData name="Lương Hải Long" userId="88d8356ec6a0a284" providerId="LiveId" clId="{F81F467C-0BCA-468D-9D39-07AF51B82412}" dt="2025-12-14T15:39:58.601" v="447" actId="20577"/>
          <pc:sldLayoutMkLst>
            <pc:docMk/>
            <pc:sldMasterMk cId="1524428303" sldId="2147483648"/>
            <pc:sldLayoutMk cId="2252908172" sldId="2147483650"/>
          </pc:sldLayoutMkLst>
          <pc:spChg chg="mod">
            <ac:chgData name="Lương Hải Long" userId="88d8356ec6a0a284" providerId="LiveId" clId="{F81F467C-0BCA-468D-9D39-07AF51B82412}" dt="2025-12-14T15:31:32.097" v="136" actId="1076"/>
            <ac:spMkLst>
              <pc:docMk/>
              <pc:sldMasterMk cId="1524428303" sldId="2147483648"/>
              <pc:sldLayoutMk cId="2252908172" sldId="2147483650"/>
              <ac:spMk id="3" creationId="{38747558-52AB-B098-C3E8-CD4B014F0720}"/>
            </ac:spMkLst>
          </pc:spChg>
          <pc:spChg chg="mod">
            <ac:chgData name="Lương Hải Long" userId="88d8356ec6a0a284" providerId="LiveId" clId="{F81F467C-0BCA-468D-9D39-07AF51B82412}" dt="2025-12-14T15:31:20.962" v="134" actId="14100"/>
            <ac:spMkLst>
              <pc:docMk/>
              <pc:sldMasterMk cId="1524428303" sldId="2147483648"/>
              <pc:sldLayoutMk cId="2252908172" sldId="2147483650"/>
              <ac:spMk id="5" creationId="{7C0BB02C-FFE6-8124-49F6-4E7183AD899B}"/>
            </ac:spMkLst>
          </pc:spChg>
          <pc:spChg chg="mod">
            <ac:chgData name="Lương Hải Long" userId="88d8356ec6a0a284" providerId="LiveId" clId="{F81F467C-0BCA-468D-9D39-07AF51B82412}" dt="2025-12-14T15:39:45.017" v="326" actId="20577"/>
            <ac:spMkLst>
              <pc:docMk/>
              <pc:sldMasterMk cId="1524428303" sldId="2147483648"/>
              <pc:sldLayoutMk cId="2252908172" sldId="2147483650"/>
              <ac:spMk id="8" creationId="{F9EB8240-4D2B-236F-84F9-12FB25F8A3DD}"/>
            </ac:spMkLst>
          </pc:spChg>
          <pc:spChg chg="mod">
            <ac:chgData name="Lương Hải Long" userId="88d8356ec6a0a284" providerId="LiveId" clId="{F81F467C-0BCA-468D-9D39-07AF51B82412}" dt="2025-12-14T15:39:58.601" v="447" actId="20577"/>
            <ac:spMkLst>
              <pc:docMk/>
              <pc:sldMasterMk cId="1524428303" sldId="2147483648"/>
              <pc:sldLayoutMk cId="2252908172" sldId="2147483650"/>
              <ac:spMk id="10" creationId="{0BC52CBB-8DB2-A47E-913D-4CFF294119A7}"/>
            </ac:spMkLst>
          </pc:spChg>
          <pc:cxnChg chg="mod">
            <ac:chgData name="Lương Hải Long" userId="88d8356ec6a0a284" providerId="LiveId" clId="{F81F467C-0BCA-468D-9D39-07AF51B82412}" dt="2025-12-14T15:31:37.164" v="137" actId="1076"/>
            <ac:cxnSpMkLst>
              <pc:docMk/>
              <pc:sldMasterMk cId="1524428303" sldId="2147483648"/>
              <pc:sldLayoutMk cId="2252908172" sldId="2147483650"/>
              <ac:cxnSpMk id="4" creationId="{C1D41457-35A8-DD2A-9A15-DBE37F586996}"/>
            </ac:cxnSpMkLst>
          </pc:cxn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4548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38747558-52AB-B098-C3E8-CD4B014F07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346" y="365120"/>
            <a:ext cx="10797308" cy="416110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D41457-35A8-DD2A-9A15-DBE37F586996}"/>
              </a:ext>
            </a:extLst>
          </p:cNvPr>
          <p:cNvCxnSpPr/>
          <p:nvPr userDrawn="1"/>
        </p:nvCxnSpPr>
        <p:spPr>
          <a:xfrm>
            <a:off x="697345" y="843148"/>
            <a:ext cx="107973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14">
            <a:extLst>
              <a:ext uri="{FF2B5EF4-FFF2-40B4-BE49-F238E27FC236}">
                <a16:creationId xmlns:a16="http://schemas.microsoft.com/office/drawing/2014/main" id="{7C0BB02C-FFE6-8124-49F6-4E7183AD899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38188" y="882835"/>
            <a:ext cx="10797308" cy="5305523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DBA3C9-A2DE-0699-9868-75EDEF7DCFF2}"/>
              </a:ext>
            </a:extLst>
          </p:cNvPr>
          <p:cNvCxnSpPr>
            <a:cxnSpLocks/>
          </p:cNvCxnSpPr>
          <p:nvPr userDrawn="1"/>
        </p:nvCxnSpPr>
        <p:spPr>
          <a:xfrm>
            <a:off x="0" y="628996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9EB8240-4D2B-236F-84F9-12FB25F8A3DD}"/>
              </a:ext>
            </a:extLst>
          </p:cNvPr>
          <p:cNvSpPr txBox="1"/>
          <p:nvPr userDrawn="1"/>
        </p:nvSpPr>
        <p:spPr>
          <a:xfrm>
            <a:off x="0" y="6391564"/>
            <a:ext cx="3713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Lương Hải Long – 22207056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C52CBB-8DB2-A47E-913D-4CFF294119A7}"/>
              </a:ext>
            </a:extLst>
          </p:cNvPr>
          <p:cNvSpPr txBox="1"/>
          <p:nvPr userDrawn="1"/>
        </p:nvSpPr>
        <p:spPr>
          <a:xfrm>
            <a:off x="4470401" y="6391564"/>
            <a:ext cx="772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ĐỒ ÁN THỰC HÀNH GIAO TIẾP MÁY TÍNH VÀ THU NHẬN DỮ LIỆU</a:t>
            </a:r>
          </a:p>
        </p:txBody>
      </p:sp>
    </p:spTree>
    <p:extLst>
      <p:ext uri="{BB962C8B-B14F-4D97-AF65-F5344CB8AC3E}">
        <p14:creationId xmlns:p14="http://schemas.microsoft.com/office/powerpoint/2010/main" val="2252908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651C878-1CC5-E6F5-C41E-80A1CFD66CB0}"/>
              </a:ext>
            </a:extLst>
          </p:cNvPr>
          <p:cNvCxnSpPr>
            <a:cxnSpLocks/>
          </p:cNvCxnSpPr>
          <p:nvPr userDrawn="1"/>
        </p:nvCxnSpPr>
        <p:spPr>
          <a:xfrm>
            <a:off x="0" y="628996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4428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svg"/><Relationship Id="rId10" Type="http://schemas.openxmlformats.org/officeDocument/2006/relationships/image" Target="../media/image13.sv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1B5D5B0-2AC5-EBE0-7980-0F0C0D983443}"/>
              </a:ext>
            </a:extLst>
          </p:cNvPr>
          <p:cNvSpPr txBox="1"/>
          <p:nvPr/>
        </p:nvSpPr>
        <p:spPr>
          <a:xfrm>
            <a:off x="-2021" y="127154"/>
            <a:ext cx="12192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ĐẠI HỌC QUỐC GIA THÀNH PHỐ HỒ CHÍ MINH</a:t>
            </a:r>
          </a:p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TRƯỜNG ĐẠI HỌC KHOA HỌC TỰ NHIÊN</a:t>
            </a:r>
          </a:p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KHOA ĐIỆN TỬ - VIỄN THÔNG</a:t>
            </a:r>
          </a:p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MÔN TH GTMT&amp;TNDL</a:t>
            </a:r>
          </a:p>
        </p:txBody>
      </p:sp>
      <p:pic>
        <p:nvPicPr>
          <p:cNvPr id="7" name="Picture 6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C845BD5-C05E-4D81-54EE-CFF55F0D0C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21" y="265652"/>
            <a:ext cx="2802370" cy="940595"/>
          </a:xfrm>
          <a:prstGeom prst="rect">
            <a:avLst/>
          </a:prstGeom>
        </p:spPr>
      </p:pic>
      <p:pic>
        <p:nvPicPr>
          <p:cNvPr id="8" name="Picture 7" descr="A blue and grey sign with white text&#10;&#10;AI-generated content may be incorrect.">
            <a:extLst>
              <a:ext uri="{FF2B5EF4-FFF2-40B4-BE49-F238E27FC236}">
                <a16:creationId xmlns:a16="http://schemas.microsoft.com/office/drawing/2014/main" id="{2536A190-9769-6DB2-D7FD-E1ED1B08F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0614" y="366128"/>
            <a:ext cx="2499365" cy="7223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AD2512-0855-D4FB-3A26-27A9440981AD}"/>
              </a:ext>
            </a:extLst>
          </p:cNvPr>
          <p:cNvSpPr txBox="1"/>
          <p:nvPr/>
        </p:nvSpPr>
        <p:spPr>
          <a:xfrm>
            <a:off x="-1" y="1975116"/>
            <a:ext cx="1218997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/>
              <a:t>BÁO CÁO ĐỒ ÁN MÔN HỌC THỰC HÀNH GTMT &amp; TNDL</a:t>
            </a:r>
          </a:p>
          <a:p>
            <a:pPr algn="ctr"/>
            <a:r>
              <a:rPr lang="en-US" sz="2400" b="1" dirty="0" err="1"/>
              <a:t>Đề</a:t>
            </a:r>
            <a:r>
              <a:rPr lang="en-US" sz="2400" b="1" dirty="0"/>
              <a:t> </a:t>
            </a:r>
            <a:r>
              <a:rPr lang="en-US" sz="2400" b="1" dirty="0" err="1"/>
              <a:t>tài</a:t>
            </a:r>
            <a:r>
              <a:rPr lang="en-US" sz="2400" b="1" dirty="0"/>
              <a:t>: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thống</a:t>
            </a:r>
            <a:r>
              <a:rPr lang="en-US" sz="2400" dirty="0"/>
              <a:t> </a:t>
            </a:r>
            <a:r>
              <a:rPr lang="en-US" sz="2400" dirty="0" err="1"/>
              <a:t>đo</a:t>
            </a:r>
            <a:r>
              <a:rPr lang="en-US" sz="2400" dirty="0"/>
              <a:t> </a:t>
            </a:r>
            <a:r>
              <a:rPr lang="en-US" sz="2400" dirty="0" err="1"/>
              <a:t>nhiệt</a:t>
            </a:r>
            <a:r>
              <a:rPr lang="en-US" sz="2400" dirty="0"/>
              <a:t> </a:t>
            </a:r>
            <a:r>
              <a:rPr lang="en-US" sz="2400" dirty="0" err="1"/>
              <a:t>độ</a:t>
            </a:r>
            <a:r>
              <a:rPr lang="en-US" sz="2400" dirty="0"/>
              <a:t> - </a:t>
            </a:r>
            <a:r>
              <a:rPr lang="en-US" sz="2400" dirty="0" err="1"/>
              <a:t>độ</a:t>
            </a:r>
            <a:r>
              <a:rPr lang="en-US" sz="2400" dirty="0"/>
              <a:t> </a:t>
            </a:r>
            <a:r>
              <a:rPr lang="en-US" sz="2400" dirty="0" err="1"/>
              <a:t>ẩm</a:t>
            </a:r>
            <a:r>
              <a:rPr lang="en-US" sz="2400" dirty="0"/>
              <a:t> &amp; Định </a:t>
            </a:r>
            <a:r>
              <a:rPr lang="en-US" sz="2400" dirty="0" err="1"/>
              <a:t>vị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nhà</a:t>
            </a:r>
            <a:r>
              <a:rPr lang="en-US" sz="2400" dirty="0"/>
              <a:t> (Indoor Positioning)</a:t>
            </a:r>
            <a:endParaRPr lang="en-US" sz="2400" b="1" dirty="0">
              <a:solidFill>
                <a:schemeClr val="tx2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51E1DF-0534-3B11-8FF0-C52BC3162D44}"/>
              </a:ext>
            </a:extLst>
          </p:cNvPr>
          <p:cNvSpPr txBox="1"/>
          <p:nvPr/>
        </p:nvSpPr>
        <p:spPr>
          <a:xfrm>
            <a:off x="6096000" y="4574202"/>
            <a:ext cx="6093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Sinh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viên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Lương Hải Long  - 22207056</a:t>
            </a:r>
          </a:p>
        </p:txBody>
      </p:sp>
      <p:sp>
        <p:nvSpPr>
          <p:cNvPr id="14" name="Footer Placeholder 18">
            <a:extLst>
              <a:ext uri="{FF2B5EF4-FFF2-40B4-BE49-F238E27FC236}">
                <a16:creationId xmlns:a16="http://schemas.microsoft.com/office/drawing/2014/main" id="{73811EC2-994C-22BC-0A8F-C4E291D1B043}"/>
              </a:ext>
            </a:extLst>
          </p:cNvPr>
          <p:cNvSpPr txBox="1">
            <a:spLocks/>
          </p:cNvSpPr>
          <p:nvPr/>
        </p:nvSpPr>
        <p:spPr>
          <a:xfrm>
            <a:off x="-4618" y="6409785"/>
            <a:ext cx="12196617" cy="365125"/>
          </a:xfrm>
          <a:prstGeom prst="rect">
            <a:avLst/>
          </a:prstGeom>
        </p:spPr>
        <p:txBody>
          <a:bodyPr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latin typeface="Cambria" panose="02040503050406030204" pitchFamily="18" charset="0"/>
                <a:ea typeface="Cambria" panose="02040503050406030204" pitchFamily="18" charset="0"/>
              </a:rPr>
              <a:t>THÀNH PHỐ HỒ CHÍ MINH – THÁNG 12 NĂM 2025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0C2DC-615A-1A71-285D-DE979E36706D}"/>
              </a:ext>
            </a:extLst>
          </p:cNvPr>
          <p:cNvSpPr txBox="1"/>
          <p:nvPr/>
        </p:nvSpPr>
        <p:spPr>
          <a:xfrm>
            <a:off x="1582221" y="4607989"/>
            <a:ext cx="45137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GVHD:</a:t>
            </a:r>
          </a:p>
          <a:p>
            <a:r>
              <a:rPr lang="en-US" dirty="0" err="1"/>
              <a:t>ThS</a:t>
            </a:r>
            <a:r>
              <a:rPr lang="en-US" dirty="0"/>
              <a:t>. Đặng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- CN. </a:t>
            </a:r>
            <a:r>
              <a:rPr lang="en-US" dirty="0" err="1"/>
              <a:t>Hồ</a:t>
            </a:r>
            <a:r>
              <a:rPr lang="en-US" dirty="0"/>
              <a:t> Thanh Bảo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93FDAB-4E0B-2F8D-0A22-74DFE2AC09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9312" y="2511798"/>
            <a:ext cx="2466975" cy="18478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BC906E0-8760-7364-91B4-51241B7872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479" y="2966856"/>
            <a:ext cx="2080884" cy="108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8510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2DA69-8DD8-9BE7-09EA-4F29439BF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346" y="365120"/>
            <a:ext cx="10797308" cy="416110"/>
          </a:xfrm>
        </p:spPr>
        <p:txBody>
          <a:bodyPr anchor="ctr">
            <a:normAutofit/>
          </a:bodyPr>
          <a:lstStyle/>
          <a:p>
            <a:r>
              <a:rPr lang="en-US" sz="2200" err="1"/>
              <a:t>Tổng</a:t>
            </a:r>
            <a:r>
              <a:rPr lang="en-US" sz="2200"/>
              <a:t> </a:t>
            </a:r>
            <a:r>
              <a:rPr lang="en-US" sz="2200" err="1"/>
              <a:t>quan</a:t>
            </a:r>
            <a:r>
              <a:rPr lang="en-US" sz="2200"/>
              <a:t> </a:t>
            </a:r>
            <a:r>
              <a:rPr lang="en-US" sz="2200" err="1"/>
              <a:t>hệ</a:t>
            </a:r>
            <a:r>
              <a:rPr lang="en-US" sz="2200"/>
              <a:t> </a:t>
            </a:r>
            <a:r>
              <a:rPr lang="en-US" sz="2200" err="1"/>
              <a:t>thống</a:t>
            </a:r>
            <a:r>
              <a:rPr lang="en-US" sz="2200"/>
              <a:t> </a:t>
            </a:r>
            <a:r>
              <a:rPr lang="en-US" sz="2200" err="1"/>
              <a:t>thực</a:t>
            </a:r>
            <a:r>
              <a:rPr lang="en-US" sz="2200"/>
              <a:t> </a:t>
            </a:r>
            <a:r>
              <a:rPr lang="en-US" sz="2200" err="1"/>
              <a:t>hiện</a:t>
            </a:r>
            <a:endParaRPr lang="en-US" sz="2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5CBEC-F220-33CC-047E-6DBC60E68B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38188" y="882835"/>
            <a:ext cx="6469080" cy="53055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Hardware:</a:t>
            </a:r>
            <a:r>
              <a:rPr lang="en-US" dirty="0"/>
              <a:t> Kit EFR32xG21 + </a:t>
            </a:r>
            <a:r>
              <a:rPr lang="en-US" dirty="0" err="1"/>
              <a:t>Cảm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AHT20 (Giao </a:t>
            </a:r>
            <a:r>
              <a:rPr lang="en-US" dirty="0" err="1"/>
              <a:t>tiếp</a:t>
            </a:r>
            <a:r>
              <a:rPr lang="en-US" dirty="0"/>
              <a:t> I2C)</a:t>
            </a:r>
          </a:p>
          <a:p>
            <a:pPr marL="0" indent="0">
              <a:buNone/>
            </a:pPr>
            <a:r>
              <a:rPr lang="vi-VN" b="1" dirty="0"/>
              <a:t>Firmware:</a:t>
            </a:r>
            <a:r>
              <a:rPr lang="vi-VN" dirty="0"/>
              <a:t> Event-driven (Simplicity Studio), tối ưu hóa năng lượng.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PC Application:</a:t>
            </a:r>
            <a:r>
              <a:rPr lang="en-US" dirty="0"/>
              <a:t> Win32 Console (C Language) + SQLite Database.</a:t>
            </a:r>
          </a:p>
          <a:p>
            <a:pPr marL="0" indent="0">
              <a:buNone/>
            </a:pPr>
            <a:r>
              <a:rPr lang="sv-SE" b="1" dirty="0"/>
              <a:t>Mobile App:</a:t>
            </a:r>
            <a:r>
              <a:rPr lang="sv-SE" dirty="0"/>
              <a:t> Android (Kotlin) + Trilateration Algorithm.</a:t>
            </a:r>
            <a:endParaRPr lang="en-US" dirty="0"/>
          </a:p>
        </p:txBody>
      </p:sp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688DC66-8100-2902-0BFE-5D84091D32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220" y="3290273"/>
            <a:ext cx="2898085" cy="2898085"/>
          </a:xfrm>
          <a:prstGeom prst="rect">
            <a:avLst/>
          </a:prstGeom>
          <a:noFill/>
        </p:spPr>
      </p:pic>
      <p:pic>
        <p:nvPicPr>
          <p:cNvPr id="1032" name="Picture 8" descr="Psst... Simplicity Studio 5 early access">
            <a:extLst>
              <a:ext uri="{FF2B5EF4-FFF2-40B4-BE49-F238E27FC236}">
                <a16:creationId xmlns:a16="http://schemas.microsoft.com/office/drawing/2014/main" id="{47DDE99D-746C-07D3-901A-CAF89E474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1448" y="1045738"/>
            <a:ext cx="1260243" cy="1260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23EA2E4F-41FB-E9DA-050B-8818B30177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61604" y="2320110"/>
            <a:ext cx="859931" cy="967519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A900251-9884-7190-0476-1EB0850FBE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75871" y="2320110"/>
            <a:ext cx="1867883" cy="88504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75DB532-3DF1-0798-E8AB-B1F5BB289C7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861" y="4303870"/>
            <a:ext cx="987055" cy="987055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0911665D-EEDC-0AB8-DD6D-0970D7D8156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40483" y="3444223"/>
            <a:ext cx="502172" cy="76581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6964173-9040-7FEF-BA96-B09BF232786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1535" y="4415230"/>
            <a:ext cx="822557" cy="822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074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8604-348A-0C12-15E7-4FAF2507C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Quy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I2C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343ED8-4EDB-E7C8-508D-FAB70C3A73BE}"/>
              </a:ext>
            </a:extLst>
          </p:cNvPr>
          <p:cNvSpPr txBox="1"/>
          <p:nvPr/>
        </p:nvSpPr>
        <p:spPr>
          <a:xfrm>
            <a:off x="6453352" y="1904064"/>
            <a:ext cx="57386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Quy </a:t>
            </a:r>
            <a:r>
              <a:rPr lang="en-US" b="1" dirty="0" err="1"/>
              <a:t>trình</a:t>
            </a:r>
            <a:r>
              <a:rPr lang="en-US" b="1" dirty="0"/>
              <a:t> </a:t>
            </a:r>
            <a:r>
              <a:rPr lang="en-US" b="1" dirty="0" err="1"/>
              <a:t>thực</a:t>
            </a:r>
            <a:r>
              <a:rPr lang="en-US" b="1" dirty="0"/>
              <a:t> </a:t>
            </a:r>
            <a:r>
              <a:rPr lang="en-US" b="1" dirty="0" err="1"/>
              <a:t>hiện</a:t>
            </a:r>
            <a:r>
              <a:rPr lang="en-US" b="1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Init: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0xBE (Calibrate).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Trigger: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0xAC, 0x33, 0x00.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Wait: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sl_sleeptimer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b="1" dirty="0"/>
              <a:t>80ms</a:t>
            </a:r>
            <a:r>
              <a:rPr lang="en-US" dirty="0"/>
              <a:t> (Non-blocking) </a:t>
            </a:r>
            <a:r>
              <a:rPr lang="en-US" dirty="0" err="1"/>
              <a:t>để</a:t>
            </a:r>
            <a:r>
              <a:rPr lang="en-US" dirty="0"/>
              <a:t> ADC </a:t>
            </a:r>
            <a:r>
              <a:rPr lang="en-US" dirty="0" err="1"/>
              <a:t>nội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xong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Read: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7 bytes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thô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Parse: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bit (&lt;&lt;, &gt;&gt;)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ghép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20-bit.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01723FD-1319-A082-C8D7-10505A7A8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63424"/>
            <a:ext cx="3698697" cy="538236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61C3741-E962-A5ED-98EA-F63838EC4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563762"/>
            <a:ext cx="6453353" cy="127837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89AD8B83-D502-F79F-4C25-B789A9FE92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459009"/>
            <a:ext cx="6096000" cy="108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671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593DF-1689-AF5A-5C23-57D62638F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Giải thuật tối ưu hóa dữ liệu &amp; Truyền tin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45C0F7-9C49-BEFF-77E7-9CB91BB843F4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 err="1"/>
                  <a:t>Vấn</a:t>
                </a:r>
                <a:r>
                  <a:rPr lang="en-US" b="1" dirty="0"/>
                  <a:t> </a:t>
                </a:r>
                <a:r>
                  <a:rPr lang="en-US" b="1" dirty="0" err="1"/>
                  <a:t>đề</a:t>
                </a:r>
                <a:r>
                  <a:rPr lang="en-US" b="1" dirty="0"/>
                  <a:t>:</a:t>
                </a:r>
                <a:r>
                  <a:rPr lang="en-US" dirty="0"/>
                  <a:t> </a:t>
                </a:r>
                <a:r>
                  <a:rPr lang="en-US" dirty="0" err="1"/>
                  <a:t>printf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thực</a:t>
                </a:r>
                <a:r>
                  <a:rPr lang="en-US" dirty="0"/>
                  <a:t> (%f) </a:t>
                </a:r>
                <a:r>
                  <a:rPr lang="en-US" dirty="0" err="1"/>
                  <a:t>tốn</a:t>
                </a:r>
                <a:r>
                  <a:rPr lang="en-US" dirty="0"/>
                  <a:t> </a:t>
                </a:r>
                <a:r>
                  <a:rPr lang="en-US" dirty="0" err="1"/>
                  <a:t>bộ</a:t>
                </a:r>
                <a:r>
                  <a:rPr lang="en-US" dirty="0"/>
                  <a:t> </a:t>
                </a:r>
                <a:r>
                  <a:rPr lang="en-US" dirty="0" err="1"/>
                  <a:t>nhớ</a:t>
                </a:r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chậm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1" dirty="0" err="1"/>
                  <a:t>Giải</a:t>
                </a:r>
                <a:r>
                  <a:rPr lang="en-US" b="1" dirty="0"/>
                  <a:t> </a:t>
                </a:r>
                <a:r>
                  <a:rPr lang="en-US" b="1" dirty="0" err="1"/>
                  <a:t>pháp</a:t>
                </a:r>
                <a:r>
                  <a:rPr lang="en-US" b="1" dirty="0"/>
                  <a:t> Firmware (UART):</a:t>
                </a: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 err="1"/>
                  <a:t>Nhân</a:t>
                </a:r>
                <a:r>
                  <a:rPr lang="en-US" dirty="0"/>
                  <a:t> </a:t>
                </a:r>
                <a:r>
                  <a:rPr lang="en-US" dirty="0" err="1"/>
                  <a:t>giá</a:t>
                </a:r>
                <a:r>
                  <a:rPr lang="en-US" dirty="0"/>
                  <a:t> </a:t>
                </a:r>
                <a:r>
                  <a:rPr lang="en-US" dirty="0" err="1"/>
                  <a:t>trị</a:t>
                </a:r>
                <a:r>
                  <a:rPr lang="en-US" dirty="0"/>
                  <a:t> </a:t>
                </a:r>
                <a:r>
                  <a:rPr lang="en-US" dirty="0" err="1"/>
                  <a:t>đo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10 (Float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→ Int).</a:t>
                </a:r>
              </a:p>
              <a:p>
                <a:pPr marL="457200" lvl="1" indent="0">
                  <a:buNone/>
                </a:pPr>
                <a:r>
                  <a:rPr lang="vi-VN" dirty="0"/>
                  <a:t>Tách phần nguyên/phần dư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  <a:r>
                  <a:rPr lang="vi-VN" dirty="0"/>
                  <a:t>Gửi chuỗi ký tự tối ưu.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1" dirty="0" err="1"/>
                  <a:t>Giải</a:t>
                </a:r>
                <a:r>
                  <a:rPr lang="en-US" b="1" dirty="0"/>
                  <a:t> </a:t>
                </a:r>
                <a:r>
                  <a:rPr lang="en-US" b="1" dirty="0" err="1"/>
                  <a:t>pháp</a:t>
                </a:r>
                <a:r>
                  <a:rPr lang="en-US" b="1" dirty="0"/>
                  <a:t> BLE (Advertising):</a:t>
                </a:r>
              </a:p>
              <a:p>
                <a:pPr marL="457200" lvl="1" indent="0">
                  <a:buNone/>
                </a:pPr>
                <a:r>
                  <a:rPr lang="en-US" dirty="0" err="1"/>
                  <a:t>Sử</a:t>
                </a:r>
                <a:r>
                  <a:rPr lang="en-US" dirty="0"/>
                  <a:t> </a:t>
                </a:r>
                <a:r>
                  <a:rPr lang="en-US" dirty="0" err="1"/>
                  <a:t>dụng</a:t>
                </a:r>
                <a:r>
                  <a:rPr lang="en-US" dirty="0"/>
                  <a:t> </a:t>
                </a:r>
                <a:r>
                  <a:rPr lang="en-US" dirty="0" err="1"/>
                  <a:t>mã</a:t>
                </a:r>
                <a:r>
                  <a:rPr lang="en-US" dirty="0"/>
                  <a:t> </a:t>
                </a:r>
                <a:r>
                  <a:rPr lang="en-US" dirty="0" err="1"/>
                  <a:t>hóa</a:t>
                </a:r>
                <a:r>
                  <a:rPr lang="en-US" dirty="0"/>
                  <a:t> </a:t>
                </a:r>
                <a:r>
                  <a:rPr lang="en-US" b="1" dirty="0"/>
                  <a:t>BCD (Binary Coded Decimal)</a:t>
                </a:r>
              </a:p>
              <a:p>
                <a:pPr marL="457200" lvl="1" indent="0">
                  <a:buNone/>
                </a:pPr>
                <a:r>
                  <a:rPr lang="en-US" dirty="0" err="1"/>
                  <a:t>Nén</a:t>
                </a:r>
                <a:r>
                  <a:rPr lang="en-US" dirty="0"/>
                  <a:t> 2 </a:t>
                </a:r>
                <a:r>
                  <a:rPr lang="en-US" dirty="0" err="1"/>
                  <a:t>chữ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vào</a:t>
                </a:r>
                <a:r>
                  <a:rPr lang="en-US" dirty="0"/>
                  <a:t> 1 byte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Giảm</a:t>
                </a:r>
                <a:r>
                  <a:rPr lang="en-US" dirty="0"/>
                  <a:t> </a:t>
                </a:r>
                <a:r>
                  <a:rPr lang="en-US" dirty="0" err="1"/>
                  <a:t>tải</a:t>
                </a:r>
                <a:r>
                  <a:rPr lang="en-US" dirty="0"/>
                  <a:t> Payload.</a:t>
                </a:r>
              </a:p>
              <a:p>
                <a:pPr marL="457200" lvl="1" indent="0">
                  <a:buNone/>
                </a:pPr>
                <a:r>
                  <a:rPr lang="vi-VN" dirty="0"/>
                  <a:t>Cập nhật gói tin vào trường </a:t>
                </a:r>
                <a:r>
                  <a:rPr lang="vi-VN" i="1" dirty="0"/>
                  <a:t>Manufacturer Specific Data</a:t>
                </a:r>
                <a:r>
                  <a:rPr lang="en-US" i="1" dirty="0"/>
                  <a:t>.</a:t>
                </a:r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45C0F7-9C49-BEFF-77E7-9CB91BB843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565" t="-1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3047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C2327-4D7C-E8A5-3D38-ADA8C36D7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Ứng dụng PC &amp; Cơ sở dữ liệu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023B63-34C5-67FF-03CC-387E08323A08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en-US" b="1" dirty="0"/>
                  <a:t>Ngôn </a:t>
                </a:r>
                <a:r>
                  <a:rPr lang="en-US" b="1" dirty="0" err="1"/>
                  <a:t>ngữ</a:t>
                </a:r>
                <a:r>
                  <a:rPr lang="en-US" b="1" dirty="0"/>
                  <a:t>:</a:t>
                </a:r>
                <a:r>
                  <a:rPr lang="en-US" dirty="0"/>
                  <a:t> C </a:t>
                </a:r>
                <a:r>
                  <a:rPr lang="en-US" dirty="0" err="1"/>
                  <a:t>thuần</a:t>
                </a:r>
                <a:r>
                  <a:rPr lang="en-US" dirty="0"/>
                  <a:t> (Win32 API)</a:t>
                </a:r>
              </a:p>
              <a:p>
                <a:r>
                  <a:rPr lang="en-US" b="1" dirty="0" err="1"/>
                  <a:t>Xử</a:t>
                </a:r>
                <a:r>
                  <a:rPr lang="en-US" b="1" dirty="0"/>
                  <a:t> </a:t>
                </a:r>
                <a:r>
                  <a:rPr lang="en-US" b="1" dirty="0" err="1"/>
                  <a:t>lý</a:t>
                </a:r>
                <a:r>
                  <a:rPr lang="en-US" b="1" dirty="0"/>
                  <a:t>:</a:t>
                </a:r>
                <a:endParaRPr lang="en-US" dirty="0"/>
              </a:p>
              <a:p>
                <a:pPr lvl="1"/>
                <a:r>
                  <a:rPr lang="en-US" dirty="0" err="1"/>
                  <a:t>Đọc</a:t>
                </a:r>
                <a:r>
                  <a:rPr lang="en-US" dirty="0"/>
                  <a:t> Buffer COM Port </a:t>
                </a:r>
                <a:r>
                  <a:rPr lang="en-US" dirty="0" err="1"/>
                  <a:t>liên</a:t>
                </a:r>
                <a:r>
                  <a:rPr lang="en-US" dirty="0"/>
                  <a:t> </a:t>
                </a:r>
                <a:r>
                  <a:rPr lang="en-US" dirty="0" err="1"/>
                  <a:t>tục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Parsing </a:t>
                </a:r>
                <a:r>
                  <a:rPr lang="en-US" dirty="0" err="1"/>
                  <a:t>chuỗi</a:t>
                </a:r>
                <a:r>
                  <a:rPr lang="en-US" dirty="0"/>
                  <a:t> </a:t>
                </a:r>
                <a:r>
                  <a:rPr lang="en-US" dirty="0" err="1"/>
                  <a:t>định</a:t>
                </a:r>
                <a:r>
                  <a:rPr lang="en-US" dirty="0"/>
                  <a:t> </a:t>
                </a:r>
                <a:r>
                  <a:rPr lang="en-US" dirty="0" err="1"/>
                  <a:t>dạng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𝑇𝑒𝑚𝑝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𝐻𝑢𝑚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vi-VN" b="1" dirty="0"/>
                  <a:t>Lưu trữ:</a:t>
                </a:r>
                <a:r>
                  <a:rPr lang="vi-VN" dirty="0"/>
                  <a:t> Nhúng trực tiếp thư viện </a:t>
                </a:r>
                <a:r>
                  <a:rPr lang="vi-VN" b="1" dirty="0"/>
                  <a:t>SQLite3</a:t>
                </a:r>
                <a:r>
                  <a:rPr lang="vi-VN" dirty="0"/>
                  <a:t>.</a:t>
                </a:r>
              </a:p>
              <a:p>
                <a:pPr lvl="1"/>
                <a:r>
                  <a:rPr lang="en-US" dirty="0" err="1"/>
                  <a:t>Tự</a:t>
                </a:r>
                <a:r>
                  <a:rPr lang="en-US" dirty="0"/>
                  <a:t> </a:t>
                </a:r>
                <a:r>
                  <a:rPr lang="en-US" dirty="0" err="1"/>
                  <a:t>động</a:t>
                </a:r>
                <a:r>
                  <a:rPr lang="en-US" dirty="0"/>
                  <a:t> </a:t>
                </a:r>
                <a:r>
                  <a:rPr lang="en-US" dirty="0" err="1"/>
                  <a:t>tạo</a:t>
                </a:r>
                <a:r>
                  <a:rPr lang="en-US" dirty="0"/>
                  <a:t> </a:t>
                </a:r>
                <a:r>
                  <a:rPr lang="en-US" dirty="0" err="1"/>
                  <a:t>bảng</a:t>
                </a:r>
                <a:r>
                  <a:rPr lang="en-US" dirty="0"/>
                  <a:t> </a:t>
                </a:r>
                <a:r>
                  <a:rPr lang="en-US" dirty="0" err="1"/>
                  <a:t>SensorLog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 err="1"/>
                  <a:t>Ghi</a:t>
                </a:r>
                <a:r>
                  <a:rPr lang="en-US" dirty="0"/>
                  <a:t> </a:t>
                </a:r>
                <a:r>
                  <a:rPr lang="en-US" dirty="0" err="1"/>
                  <a:t>dữ</a:t>
                </a:r>
                <a:r>
                  <a:rPr lang="en-US" dirty="0"/>
                  <a:t> </a:t>
                </a:r>
                <a:r>
                  <a:rPr lang="en-US" dirty="0" err="1"/>
                  <a:t>liệu</a:t>
                </a:r>
                <a:r>
                  <a:rPr lang="en-US" dirty="0"/>
                  <a:t> </a:t>
                </a:r>
                <a:r>
                  <a:rPr lang="en-US" dirty="0" err="1"/>
                  <a:t>kèm</a:t>
                </a:r>
                <a:r>
                  <a:rPr lang="en-US" dirty="0"/>
                  <a:t> Timestamp </a:t>
                </a:r>
                <a:r>
                  <a:rPr lang="en-US" dirty="0" err="1"/>
                  <a:t>thực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023B63-34C5-67FF-03CC-387E08323A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565" t="-1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Graphic 16">
            <a:extLst>
              <a:ext uri="{FF2B5EF4-FFF2-40B4-BE49-F238E27FC236}">
                <a16:creationId xmlns:a16="http://schemas.microsoft.com/office/drawing/2014/main" id="{103DB40D-EED6-055A-EBF6-6BA6035721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8188" y="3322404"/>
            <a:ext cx="2319788" cy="2610023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7FF7CD1-D186-7757-6204-52801F5654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96946" y="4251140"/>
            <a:ext cx="3638550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673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7044F-E637-1570-25B3-D9EA1730A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chụp</a:t>
            </a:r>
            <a:r>
              <a:rPr lang="en-US" dirty="0"/>
              <a:t> Console App.exe +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DB Browser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1A9551-E372-F197-E6C6-F73686AE7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9877"/>
            <a:ext cx="4760649" cy="39961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E2B3E67-52CD-27F7-A96B-FF1ED2D300AA}"/>
              </a:ext>
            </a:extLst>
          </p:cNvPr>
          <p:cNvSpPr txBox="1"/>
          <p:nvPr/>
        </p:nvSpPr>
        <p:spPr>
          <a:xfrm>
            <a:off x="-47946" y="5114411"/>
            <a:ext cx="48085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Console App.exe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04ECA3C-5871-37ED-D3C6-424275A58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513" y="911096"/>
            <a:ext cx="6551488" cy="420331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21EE38F-D34E-8706-4B8E-BBCB09932B85}"/>
              </a:ext>
            </a:extLst>
          </p:cNvPr>
          <p:cNvSpPr txBox="1"/>
          <p:nvPr/>
        </p:nvSpPr>
        <p:spPr>
          <a:xfrm>
            <a:off x="5640512" y="5134690"/>
            <a:ext cx="6551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DB Browser</a:t>
            </a:r>
          </a:p>
        </p:txBody>
      </p:sp>
    </p:spTree>
    <p:extLst>
      <p:ext uri="{BB962C8B-B14F-4D97-AF65-F5344CB8AC3E}">
        <p14:creationId xmlns:p14="http://schemas.microsoft.com/office/powerpoint/2010/main" val="1556414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2E80A-9430-9855-8E9B-FFDE8AA0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Câu</a:t>
            </a:r>
            <a:r>
              <a:rPr lang="en-US" dirty="0"/>
              <a:t> 2 -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Indoor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A12E4E-1291-632A-1B0F-6B2F609A385C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en-US" b="1" dirty="0" err="1"/>
                  <a:t>Mô</a:t>
                </a:r>
                <a:r>
                  <a:rPr lang="en-US" b="1" dirty="0"/>
                  <a:t> </a:t>
                </a:r>
                <a:r>
                  <a:rPr lang="en-US" b="1" dirty="0" err="1"/>
                  <a:t>hình</a:t>
                </a:r>
                <a:r>
                  <a:rPr lang="en-US" b="1" dirty="0"/>
                  <a:t>:</a:t>
                </a:r>
                <a:r>
                  <a:rPr lang="en-US" dirty="0"/>
                  <a:t> 3 Beacons (F1, F2, F3) </a:t>
                </a:r>
                <a:r>
                  <a:rPr lang="en-US" dirty="0" err="1"/>
                  <a:t>tại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tọa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cố</a:t>
                </a:r>
                <a:r>
                  <a:rPr lang="en-US" dirty="0"/>
                  <a:t> </a:t>
                </a:r>
                <a:r>
                  <a:rPr lang="en-US" dirty="0" err="1"/>
                  <a:t>định</a:t>
                </a:r>
                <a:r>
                  <a:rPr lang="en-US" dirty="0"/>
                  <a:t> (1,1), (7,1), (1,7).</a:t>
                </a:r>
              </a:p>
              <a:p>
                <a:r>
                  <a:rPr lang="vi-VN" b="1" dirty="0"/>
                  <a:t>Phương pháp:</a:t>
                </a:r>
                <a:endParaRPr lang="vi-VN" dirty="0"/>
              </a:p>
              <a:p>
                <a:pPr lvl="1"/>
                <a:r>
                  <a:rPr lang="en-US" dirty="0"/>
                  <a:t>App Android </a:t>
                </a:r>
                <a:r>
                  <a:rPr lang="en-US" dirty="0" err="1"/>
                  <a:t>quét</a:t>
                </a:r>
                <a:r>
                  <a:rPr lang="en-US" dirty="0"/>
                  <a:t> </a:t>
                </a:r>
                <a:r>
                  <a:rPr lang="en-US" dirty="0" err="1"/>
                  <a:t>đồng</a:t>
                </a:r>
                <a:r>
                  <a:rPr lang="en-US" dirty="0"/>
                  <a:t> </a:t>
                </a:r>
                <a:r>
                  <a:rPr lang="en-US" dirty="0" err="1"/>
                  <a:t>thời</a:t>
                </a:r>
                <a:r>
                  <a:rPr lang="en-US" dirty="0"/>
                  <a:t> 3 </a:t>
                </a:r>
                <a:r>
                  <a:rPr lang="en-US" dirty="0" err="1"/>
                  <a:t>thiết</a:t>
                </a:r>
                <a:r>
                  <a:rPr lang="en-US" dirty="0"/>
                  <a:t> </a:t>
                </a:r>
                <a:r>
                  <a:rPr lang="en-US" dirty="0" err="1"/>
                  <a:t>bị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 err="1"/>
                  <a:t>Lọc</a:t>
                </a:r>
                <a:r>
                  <a:rPr lang="en-US" dirty="0"/>
                  <a:t> </a:t>
                </a:r>
                <a:r>
                  <a:rPr lang="en-US" dirty="0" err="1"/>
                  <a:t>theo</a:t>
                </a:r>
                <a:r>
                  <a:rPr lang="en-US" dirty="0"/>
                  <a:t> </a:t>
                </a:r>
                <a:r>
                  <a:rPr lang="en-US" dirty="0" err="1"/>
                  <a:t>tên</a:t>
                </a:r>
                <a:r>
                  <a:rPr lang="en-US" dirty="0"/>
                  <a:t> "F1", "F2", "F3".</a:t>
                </a:r>
              </a:p>
              <a:p>
                <a:pPr lvl="1"/>
                <a:r>
                  <a:rPr lang="vi-VN" dirty="0"/>
                  <a:t>Trích xuất RSSI và dữ liệu môi trường (T/H) từ gói tin quảng bá.</a:t>
                </a:r>
                <a:endParaRPr lang="en-US" dirty="0"/>
              </a:p>
              <a:p>
                <a:r>
                  <a:rPr lang="en-US" b="1" dirty="0" err="1"/>
                  <a:t>Chuyển</a:t>
                </a:r>
                <a:r>
                  <a:rPr lang="en-US" b="1" dirty="0"/>
                  <a:t> </a:t>
                </a:r>
                <a:r>
                  <a:rPr lang="en-US" b="1" dirty="0" err="1"/>
                  <a:t>đổi</a:t>
                </a:r>
                <a:r>
                  <a:rPr lang="en-US" b="1" dirty="0"/>
                  <a:t> RSSI sang </a:t>
                </a:r>
                <a:r>
                  <a:rPr lang="en-US" b="1" dirty="0" err="1"/>
                  <a:t>khoảng</a:t>
                </a:r>
                <a:r>
                  <a:rPr lang="en-US" b="1" dirty="0"/>
                  <a:t> </a:t>
                </a:r>
                <a:r>
                  <a:rPr lang="en-US" b="1" dirty="0" err="1"/>
                  <a:t>cách</a:t>
                </a:r>
                <a:r>
                  <a:rPr lang="en-US" b="1" dirty="0"/>
                  <a:t>:</a:t>
                </a:r>
                <a:endParaRPr lang="en-US" dirty="0"/>
              </a:p>
              <a:p>
                <a:pPr lvl="1"/>
                <a:r>
                  <a:rPr lang="en-US" dirty="0"/>
                  <a:t>Công </a:t>
                </a:r>
                <a:r>
                  <a:rPr lang="en-US" dirty="0" err="1"/>
                  <a:t>thức</a:t>
                </a:r>
                <a:r>
                  <a:rPr lang="en-US" dirty="0"/>
                  <a:t> Log-normal Shadowing.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vi-VN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vi-V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f>
                          <m:fPr>
                            <m:ctrlPr>
                              <a:rPr lang="vi-VN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vi-VN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vi-VN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vi-VN" i="1" dirty="0" smtClean="0">
                                <a:latin typeface="Cambria Math" panose="02040503050406030204" pitchFamily="18" charset="0"/>
                              </a:rPr>
                              <m:t>𝑅𝑆𝑆𝐼</m:t>
                            </m:r>
                          </m:num>
                          <m:den>
                            <m:r>
                              <a:rPr lang="vi-VN" i="1" dirty="0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a:rPr lang="vi-VN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vi-VN" dirty="0"/>
                  <a:t>(A: RSSI chuẩn, n: Hệ số môi trường).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A12E4E-1291-632A-1B0F-6B2F609A38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508" t="-1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508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D6ACACBE-4845-C52F-4979-9A9FD6C2C43F}"/>
              </a:ext>
            </a:extLst>
          </p:cNvPr>
          <p:cNvSpPr>
            <a:spLocks noGrp="1" noChangeAspect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 err="1"/>
              <a:t>Câu</a:t>
            </a:r>
            <a:r>
              <a:rPr lang="en-US" dirty="0"/>
              <a:t> 2 -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Indoor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0B01C3A-1C43-F035-7B64-739649B32115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83769" y="882650"/>
            <a:ext cx="5305425" cy="530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5E144A-864D-0550-4CB5-E15737B2D37B}"/>
              </a:ext>
            </a:extLst>
          </p:cNvPr>
          <p:cNvSpPr txBox="1"/>
          <p:nvPr/>
        </p:nvSpPr>
        <p:spPr>
          <a:xfrm>
            <a:off x="5178176" y="5116530"/>
            <a:ext cx="2124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710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7E49A-153A-E5F5-8DE4-64E9F4D65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Đo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cạnh</a:t>
            </a:r>
            <a:r>
              <a:rPr lang="en-US" dirty="0"/>
              <a:t> (Trilateration)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66D69B-702A-6956-1501-2B330E5A0E7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en-US" b="1" dirty="0" err="1"/>
                  <a:t>Bài</a:t>
                </a:r>
                <a:r>
                  <a:rPr lang="en-US" b="1" dirty="0"/>
                  <a:t> </a:t>
                </a:r>
                <a:r>
                  <a:rPr lang="en-US" b="1" dirty="0" err="1"/>
                  <a:t>toán</a:t>
                </a:r>
                <a:r>
                  <a:rPr lang="en-US" b="1" dirty="0"/>
                  <a:t>:</a:t>
                </a:r>
                <a:r>
                  <a:rPr lang="en-US" dirty="0"/>
                  <a:t> Tìm </a:t>
                </a:r>
                <a:r>
                  <a:rPr lang="en-US" dirty="0" err="1"/>
                  <a:t>giao</a:t>
                </a:r>
                <a:r>
                  <a:rPr lang="en-US" dirty="0"/>
                  <a:t> điểm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vi-VN" dirty="0"/>
                  <a:t>của 3 đường tròn tâm Beacon.</a:t>
                </a:r>
                <a:endParaRPr lang="en-US" dirty="0"/>
              </a:p>
              <a:p>
                <a:r>
                  <a:rPr lang="en-US" b="1" dirty="0" err="1"/>
                  <a:t>Thực</a:t>
                </a:r>
                <a:r>
                  <a:rPr lang="en-US" b="1" dirty="0"/>
                  <a:t> </a:t>
                </a:r>
                <a:r>
                  <a:rPr lang="en-US" b="1" dirty="0" err="1"/>
                  <a:t>thi</a:t>
                </a:r>
                <a:r>
                  <a:rPr lang="en-US" b="1" dirty="0"/>
                  <a:t> (Kotlin):</a:t>
                </a:r>
              </a:p>
              <a:p>
                <a:pPr lvl="1"/>
                <a:r>
                  <a:rPr lang="vi-VN" dirty="0"/>
                  <a:t>Tuyến tính hóa hệ phương trình bậc 2:</a:t>
                </a:r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i="1" dirty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ES" i="1" dirty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s-E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i="1" dirty="0">
                          <a:latin typeface="Cambria Math" panose="02040503050406030204" pitchFamily="18" charset="0"/>
                        </a:rPr>
                        <m:t> + </m:t>
                      </m:r>
                      <m:r>
                        <a:rPr lang="es-ES" i="1" dirty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s-ES" i="1" dirty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s-ES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i="1" dirty="0">
                          <a:latin typeface="Cambria Math" panose="02040503050406030204" pitchFamily="18" charset="0"/>
                        </a:rPr>
                        <m:t> = </m:t>
                      </m:r>
                      <m:r>
                        <a:rPr lang="es-ES" i="1" dirty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i="1" dirty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ES" i="1" dirty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s-E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i="1" dirty="0">
                          <a:latin typeface="Cambria Math" panose="02040503050406030204" pitchFamily="18" charset="0"/>
                        </a:rPr>
                        <m:t> + </m:t>
                      </m:r>
                      <m:r>
                        <a:rPr lang="es-ES" i="1" dirty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s-ES" i="1" dirty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s-ES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i="1" dirty="0">
                          <a:latin typeface="Cambria Math" panose="02040503050406030204" pitchFamily="18" charset="0"/>
                        </a:rPr>
                        <m:t> = </m:t>
                      </m:r>
                      <m:r>
                        <a:rPr lang="es-ES" i="1" dirty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dirty="0"/>
              </a:p>
              <a:p>
                <a:pPr lvl="1"/>
                <a:r>
                  <a:rPr lang="vi-VN" dirty="0"/>
                  <a:t>Giải hệ phương trình bằng phương pháp </a:t>
                </a:r>
                <a:r>
                  <a:rPr lang="vi-VN" b="1" dirty="0"/>
                  <a:t>Định thức Cramer.</a:t>
                </a:r>
                <a:endParaRPr lang="en-US" b="1" dirty="0"/>
              </a:p>
              <a:p>
                <a:r>
                  <a:rPr lang="en-US" b="1" dirty="0"/>
                  <a:t>Mapping:</a:t>
                </a:r>
                <a:r>
                  <a:rPr lang="en-US" dirty="0"/>
                  <a:t> So </a:t>
                </a:r>
                <a:r>
                  <a:rPr lang="en-US" dirty="0" err="1"/>
                  <a:t>sánh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tọa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giới</a:t>
                </a:r>
                <a:r>
                  <a:rPr lang="en-US" dirty="0"/>
                  <a:t> </a:t>
                </a:r>
                <a:r>
                  <a:rPr lang="en-US" dirty="0" err="1"/>
                  <a:t>hạn</a:t>
                </a:r>
                <a:r>
                  <a:rPr lang="en-US" dirty="0"/>
                  <a:t> </a:t>
                </a:r>
                <a:r>
                  <a:rPr lang="en-US" dirty="0" err="1"/>
                  <a:t>để</a:t>
                </a:r>
                <a:r>
                  <a:rPr lang="en-US" dirty="0"/>
                  <a:t> </a:t>
                </a:r>
                <a:r>
                  <a:rPr lang="en-US" dirty="0" err="1"/>
                  <a:t>xác</a:t>
                </a:r>
                <a:r>
                  <a:rPr lang="en-US" dirty="0"/>
                  <a:t> </a:t>
                </a:r>
                <a:r>
                  <a:rPr lang="en-US" dirty="0" err="1"/>
                  <a:t>định</a:t>
                </a:r>
                <a:r>
                  <a:rPr lang="en-US" dirty="0"/>
                  <a:t> </a:t>
                </a:r>
                <a:r>
                  <a:rPr lang="en-US" dirty="0" err="1"/>
                  <a:t>Phòng</a:t>
                </a:r>
                <a:r>
                  <a:rPr lang="en-US" dirty="0"/>
                  <a:t> 1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Phòng</a:t>
                </a:r>
                <a:r>
                  <a:rPr lang="en-US" dirty="0"/>
                  <a:t> 4.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66D69B-702A-6956-1501-2B330E5A0E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508" t="-1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1859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1EEB-9E54-5993-9476-F8C48894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Đo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cạnh</a:t>
            </a:r>
            <a:r>
              <a:rPr lang="en-US" dirty="0"/>
              <a:t> (Trilateration)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C464991-E605-158B-BFE3-FCB988D888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769" y="882650"/>
            <a:ext cx="5305425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622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1A39F-FE56-0C0C-112A-E9F3A5FBA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Đo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cạnh</a:t>
            </a:r>
            <a:r>
              <a:rPr lang="en-US" dirty="0"/>
              <a:t> (Trilateration)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DFC15B-09CB-8CED-4A18-8AEC87C8F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13" y="925382"/>
            <a:ext cx="10890904" cy="526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365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1D980-3A8E-8368-BA09-ACB09A58D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Giao </a:t>
            </a:r>
            <a:r>
              <a:rPr lang="en-US" dirty="0" err="1"/>
              <a:t>diện</a:t>
            </a:r>
            <a:r>
              <a:rPr lang="en-US" dirty="0"/>
              <a:t> App Android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5A6EBE-8168-A498-708B-159FDEA72C77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46" y="872375"/>
            <a:ext cx="2448657" cy="530542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75566B-EC95-78AF-1513-DB4F1032E5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173" y="1160980"/>
            <a:ext cx="5485916" cy="45360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014ABF-240D-5A41-9206-E28506202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6003" y="1576209"/>
            <a:ext cx="3747957" cy="305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681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254B3-BA80-FF68-D971-2FD4495E6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346" y="365120"/>
            <a:ext cx="10797308" cy="416110"/>
          </a:xfrm>
        </p:spPr>
        <p:txBody>
          <a:bodyPr anchor="ctr">
            <a:normAutofit/>
          </a:bodyPr>
          <a:lstStyle/>
          <a:p>
            <a:r>
              <a:rPr lang="en-US" sz="2200" dirty="0" err="1"/>
              <a:t>Kết</a:t>
            </a:r>
            <a:r>
              <a:rPr lang="en-US" sz="2200" dirty="0"/>
              <a:t> </a:t>
            </a:r>
            <a:r>
              <a:rPr lang="en-US" sz="2200" dirty="0" err="1"/>
              <a:t>quả</a:t>
            </a:r>
            <a:r>
              <a:rPr lang="en-US" sz="2200" dirty="0"/>
              <a:t> </a:t>
            </a:r>
            <a:r>
              <a:rPr lang="en-US" sz="2200" dirty="0" err="1"/>
              <a:t>thực</a:t>
            </a:r>
            <a:r>
              <a:rPr lang="en-US" sz="2200" dirty="0"/>
              <a:t> </a:t>
            </a:r>
            <a:r>
              <a:rPr lang="en-US" sz="2200" dirty="0" err="1"/>
              <a:t>nghiệm</a:t>
            </a:r>
            <a:r>
              <a:rPr lang="en-US" sz="2200" dirty="0"/>
              <a:t> &amp;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54FBA-7C61-4B44-33AC-B2626D88020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38188" y="882835"/>
            <a:ext cx="5303404" cy="5305523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b="1" dirty="0"/>
              <a:t>Firmware:</a:t>
            </a:r>
            <a:r>
              <a:rPr lang="en-US" altLang="en-US" dirty="0"/>
              <a:t> </a:t>
            </a:r>
            <a:r>
              <a:rPr lang="en-US" altLang="en-US" dirty="0" err="1"/>
              <a:t>Chạy</a:t>
            </a:r>
            <a:r>
              <a:rPr lang="en-US" altLang="en-US" dirty="0"/>
              <a:t> </a:t>
            </a:r>
            <a:r>
              <a:rPr lang="en-US" altLang="en-US" dirty="0" err="1"/>
              <a:t>ổn</a:t>
            </a:r>
            <a:r>
              <a:rPr lang="en-US" altLang="en-US" dirty="0"/>
              <a:t> </a:t>
            </a:r>
            <a:r>
              <a:rPr lang="en-US" altLang="en-US" dirty="0" err="1"/>
              <a:t>định</a:t>
            </a:r>
            <a:r>
              <a:rPr lang="en-US" altLang="en-US" dirty="0"/>
              <a:t>, </a:t>
            </a:r>
            <a:r>
              <a:rPr lang="en-US" altLang="en-US" dirty="0" err="1"/>
              <a:t>đúng</a:t>
            </a:r>
            <a:r>
              <a:rPr lang="en-US" altLang="en-US" dirty="0"/>
              <a:t> chu </a:t>
            </a:r>
            <a:r>
              <a:rPr lang="en-US" altLang="en-US" dirty="0" err="1"/>
              <a:t>kỳ</a:t>
            </a:r>
            <a:r>
              <a:rPr lang="en-US" altLang="en-US" dirty="0"/>
              <a:t> 1s, </a:t>
            </a:r>
            <a:r>
              <a:rPr lang="en-US" altLang="en-US" dirty="0" err="1"/>
              <a:t>không</a:t>
            </a:r>
            <a:r>
              <a:rPr lang="en-US" altLang="en-US" dirty="0"/>
              <a:t> </a:t>
            </a:r>
            <a:r>
              <a:rPr lang="en-US" altLang="en-US" dirty="0" err="1"/>
              <a:t>treo</a:t>
            </a:r>
            <a:r>
              <a:rPr lang="en-US" altLang="en-US" dirty="0"/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b="1" dirty="0"/>
              <a:t>PC App:</a:t>
            </a:r>
            <a:r>
              <a:rPr lang="en-US" altLang="en-US" dirty="0"/>
              <a:t> Lưu log </a:t>
            </a:r>
            <a:r>
              <a:rPr lang="en-US" altLang="en-US" dirty="0" err="1"/>
              <a:t>chính</a:t>
            </a:r>
            <a:r>
              <a:rPr lang="en-US" altLang="en-US" dirty="0"/>
              <a:t> </a:t>
            </a:r>
            <a:r>
              <a:rPr lang="en-US" altLang="en-US" dirty="0" err="1"/>
              <a:t>xác</a:t>
            </a:r>
            <a:r>
              <a:rPr lang="en-US" altLang="en-US" dirty="0"/>
              <a:t>, </a:t>
            </a:r>
            <a:r>
              <a:rPr lang="en-US" altLang="en-US" dirty="0" err="1"/>
              <a:t>không</a:t>
            </a:r>
            <a:r>
              <a:rPr lang="en-US" altLang="en-US" dirty="0"/>
              <a:t> </a:t>
            </a:r>
            <a:r>
              <a:rPr lang="en-US" altLang="en-US" dirty="0" err="1"/>
              <a:t>mất</a:t>
            </a:r>
            <a:r>
              <a:rPr lang="en-US" altLang="en-US" dirty="0"/>
              <a:t> </a:t>
            </a:r>
            <a:r>
              <a:rPr lang="en-US" altLang="en-US" dirty="0" err="1"/>
              <a:t>gói</a:t>
            </a:r>
            <a:r>
              <a:rPr lang="en-US" altLang="en-US" dirty="0"/>
              <a:t> tin.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b="1" dirty="0"/>
              <a:t>Android App:</a:t>
            </a:r>
            <a:r>
              <a:rPr lang="en-US" altLang="en-US" dirty="0"/>
              <a:t> Định </a:t>
            </a:r>
            <a:r>
              <a:rPr lang="en-US" altLang="en-US" dirty="0" err="1"/>
              <a:t>vị</a:t>
            </a:r>
            <a:r>
              <a:rPr lang="en-US" altLang="en-US" dirty="0"/>
              <a:t> </a:t>
            </a:r>
            <a:r>
              <a:rPr lang="en-US" altLang="en-US" dirty="0" err="1"/>
              <a:t>mượt</a:t>
            </a:r>
            <a:r>
              <a:rPr lang="en-US" altLang="en-US" dirty="0"/>
              <a:t>, </a:t>
            </a:r>
            <a:r>
              <a:rPr lang="en-US" altLang="en-US" dirty="0" err="1"/>
              <a:t>phản</a:t>
            </a:r>
            <a:r>
              <a:rPr lang="en-US" altLang="en-US" dirty="0"/>
              <a:t> </a:t>
            </a:r>
            <a:r>
              <a:rPr lang="en-US" altLang="en-US" dirty="0" err="1"/>
              <a:t>hồi</a:t>
            </a:r>
            <a:r>
              <a:rPr lang="en-US" altLang="en-US" dirty="0"/>
              <a:t> </a:t>
            </a:r>
            <a:r>
              <a:rPr lang="en-US" altLang="en-US" dirty="0" err="1"/>
              <a:t>thời</a:t>
            </a:r>
            <a:r>
              <a:rPr lang="en-US" altLang="en-US" dirty="0"/>
              <a:t> </a:t>
            </a:r>
            <a:r>
              <a:rPr lang="en-US" altLang="en-US" dirty="0" err="1"/>
              <a:t>gian</a:t>
            </a:r>
            <a:r>
              <a:rPr lang="en-US" altLang="en-US" dirty="0"/>
              <a:t> </a:t>
            </a:r>
            <a:r>
              <a:rPr lang="en-US" altLang="en-US" dirty="0" err="1"/>
              <a:t>thực</a:t>
            </a:r>
            <a:r>
              <a:rPr lang="en-US" altLang="en-US" dirty="0"/>
              <a:t> </a:t>
            </a:r>
            <a:r>
              <a:rPr lang="en-US" altLang="en-US" dirty="0" err="1"/>
              <a:t>với</a:t>
            </a:r>
            <a:r>
              <a:rPr lang="en-US" altLang="en-US" dirty="0"/>
              <a:t> </a:t>
            </a:r>
            <a:r>
              <a:rPr lang="en-US" altLang="en-US" dirty="0" err="1"/>
              <a:t>sai</a:t>
            </a:r>
            <a:r>
              <a:rPr lang="en-US" altLang="en-US" dirty="0"/>
              <a:t> </a:t>
            </a:r>
            <a:r>
              <a:rPr lang="en-US" altLang="en-US" dirty="0" err="1"/>
              <a:t>số</a:t>
            </a:r>
            <a:r>
              <a:rPr lang="en-US" altLang="en-US" dirty="0"/>
              <a:t> </a:t>
            </a:r>
            <a:r>
              <a:rPr lang="en-US" altLang="en-US" dirty="0" err="1"/>
              <a:t>chấp</a:t>
            </a:r>
            <a:r>
              <a:rPr lang="en-US" altLang="en-US" dirty="0"/>
              <a:t> </a:t>
            </a:r>
            <a:r>
              <a:rPr lang="en-US" altLang="en-US" dirty="0" err="1"/>
              <a:t>nhận</a:t>
            </a:r>
            <a:r>
              <a:rPr lang="en-US" altLang="en-US" dirty="0"/>
              <a:t> </a:t>
            </a:r>
            <a:r>
              <a:rPr lang="en-US" altLang="en-US" dirty="0" err="1"/>
              <a:t>được</a:t>
            </a:r>
            <a:r>
              <a:rPr lang="en-US" altLang="en-US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2A51AD-BEF6-5407-FF10-D57D45E93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2092" y="883894"/>
            <a:ext cx="5303404" cy="530340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57196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426D0-D778-05E2-5293-59AED0C00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346" y="365120"/>
            <a:ext cx="10797308" cy="416110"/>
          </a:xfrm>
        </p:spPr>
        <p:txBody>
          <a:bodyPr anchor="ctr">
            <a:normAutofit/>
          </a:bodyPr>
          <a:lstStyle/>
          <a:p>
            <a:r>
              <a:rPr lang="en-US" sz="2200"/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5208C-1147-4E0A-8E93-19E752BBF34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717179" y="2052263"/>
            <a:ext cx="8485446" cy="137673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dirty="0" err="1"/>
              <a:t>Cảm</a:t>
            </a:r>
            <a:r>
              <a:rPr lang="en-US" sz="4800" dirty="0"/>
              <a:t> </a:t>
            </a:r>
            <a:r>
              <a:rPr lang="en-US" sz="4800" dirty="0" err="1"/>
              <a:t>ơn</a:t>
            </a:r>
            <a:r>
              <a:rPr lang="en-US" sz="4800" dirty="0"/>
              <a:t> </a:t>
            </a:r>
            <a:r>
              <a:rPr lang="en-US" sz="4800" dirty="0" err="1"/>
              <a:t>thầy</a:t>
            </a:r>
            <a:r>
              <a:rPr lang="en-US" sz="4800" dirty="0"/>
              <a:t> </a:t>
            </a:r>
            <a:r>
              <a:rPr lang="en-US" sz="4800" dirty="0" err="1"/>
              <a:t>đã</a:t>
            </a:r>
            <a:r>
              <a:rPr lang="en-US" sz="4800" dirty="0"/>
              <a:t> </a:t>
            </a:r>
            <a:r>
              <a:rPr lang="en-US" sz="4800" dirty="0" err="1"/>
              <a:t>lắng</a:t>
            </a:r>
            <a:r>
              <a:rPr lang="en-US" sz="4800" dirty="0"/>
              <a:t> </a:t>
            </a:r>
            <a:r>
              <a:rPr lang="en-US" sz="4800" dirty="0" err="1"/>
              <a:t>nghe</a:t>
            </a:r>
            <a:r>
              <a:rPr lang="en-US" sz="4800" dirty="0"/>
              <a:t> </a:t>
            </a:r>
            <a:r>
              <a:rPr lang="en-US" sz="4800" dirty="0" err="1"/>
              <a:t>phần</a:t>
            </a:r>
            <a:r>
              <a:rPr lang="en-US" sz="4800" dirty="0"/>
              <a:t> </a:t>
            </a:r>
            <a:r>
              <a:rPr lang="en-US" sz="4800" dirty="0" err="1"/>
              <a:t>trình</a:t>
            </a:r>
            <a:r>
              <a:rPr lang="en-US" sz="4800" dirty="0"/>
              <a:t> </a:t>
            </a:r>
            <a:r>
              <a:rPr lang="en-US" sz="4800" dirty="0" err="1"/>
              <a:t>bày</a:t>
            </a:r>
            <a:r>
              <a:rPr lang="en-US" sz="4800" dirty="0"/>
              <a:t> </a:t>
            </a:r>
            <a:r>
              <a:rPr lang="en-US" sz="4800" dirty="0" err="1"/>
              <a:t>của</a:t>
            </a:r>
            <a:r>
              <a:rPr lang="en-US" sz="4800" dirty="0"/>
              <a:t> </a:t>
            </a:r>
            <a:r>
              <a:rPr lang="en-US" sz="4800" dirty="0" err="1"/>
              <a:t>nhóm</a:t>
            </a:r>
            <a:r>
              <a:rPr lang="en-US" sz="4800" dirty="0"/>
              <a:t> </a:t>
            </a:r>
            <a:r>
              <a:rPr lang="en-US" sz="4800" dirty="0" err="1"/>
              <a:t>em</a:t>
            </a:r>
            <a:r>
              <a:rPr lang="en-US" sz="4800" dirty="0"/>
              <a:t>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5796D9-2DAF-5A66-2D69-2896D6038D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933" y="3639352"/>
            <a:ext cx="2121361" cy="212136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97280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uyetTrinh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685</Words>
  <Application>Microsoft Office PowerPoint</Application>
  <PresentationFormat>Widescreen</PresentationFormat>
  <Paragraphs>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Cambria</vt:lpstr>
      <vt:lpstr>Cambria Math</vt:lpstr>
      <vt:lpstr>Office Theme</vt:lpstr>
      <vt:lpstr>PowerPoint Presentation</vt:lpstr>
      <vt:lpstr>Tổng quan hệ thống thực hiện</vt:lpstr>
      <vt:lpstr>Quy trình giao tiếp I2C mức thanh ghi </vt:lpstr>
      <vt:lpstr>Giải thuật tối ưu hóa dữ liệu &amp; Truyền tin</vt:lpstr>
      <vt:lpstr>Ứng dụng PC &amp; Cơ sở dữ liệu</vt:lpstr>
      <vt:lpstr>Ảnh chụp Console App.exe + Bảng dữ liệu trong DB Browser</vt:lpstr>
      <vt:lpstr>Câu 2 - Hệ thống định vị Indoor</vt:lpstr>
      <vt:lpstr>Câu 2 - Hệ thống định vị Indoor</vt:lpstr>
      <vt:lpstr>Giải thuật Đo ba cạnh (Trilateration)</vt:lpstr>
      <vt:lpstr>Giải thuật Đo ba cạnh (Trilateration)</vt:lpstr>
      <vt:lpstr>Giải thuật Đo ba cạnh (Trilateration)</vt:lpstr>
      <vt:lpstr>Giao diện App Android</vt:lpstr>
      <vt:lpstr>Kết quả thực nghiệm &amp; Demo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Lương Hải Long</dc:creator>
  <cp:lastModifiedBy>Lương Hải Long</cp:lastModifiedBy>
  <cp:revision>2</cp:revision>
  <dcterms:created xsi:type="dcterms:W3CDTF">2025-12-06T16:00:15Z</dcterms:created>
  <dcterms:modified xsi:type="dcterms:W3CDTF">2025-12-14T16:49:08Z</dcterms:modified>
</cp:coreProperties>
</file>